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handoutMasterIdLst>
    <p:handoutMasterId r:id="rId9"/>
  </p:handoutMasterIdLst>
  <p:sldIdLst>
    <p:sldId id="256" r:id="rId2"/>
    <p:sldId id="266" r:id="rId3"/>
    <p:sldId id="268" r:id="rId4"/>
    <p:sldId id="269" r:id="rId5"/>
    <p:sldId id="267" r:id="rId6"/>
    <p:sldId id="259" r:id="rId7"/>
  </p:sldIdLst>
  <p:sldSz cx="12192000" cy="6858000"/>
  <p:notesSz cx="7104063" cy="10234613"/>
  <p:defaultTextStyle>
    <a:lvl1pPr marL="0" algn="l" defTabSz="914400" rtl="0" eaLnBrk="1" latinLnBrk="0" hangingPunct="1">
      <a:defRPr sz="1800" kern="1200">
        <a:solidFill>
          <a:schemeClr val="tx1"/>
        </a:solidFill>
        <a:latin typeface="BIZ UDP明朝 Medium"/>
        <a:ea typeface="BIZ UDP明朝 Medium"/>
        <a:cs typeface="BIZ UDP明朝 Medium"/>
      </a:defRPr>
    </a:lvl1pPr>
    <a:lvl2pPr marL="457200" algn="l" defTabSz="914400" rtl="0" eaLnBrk="1" latinLnBrk="0" hangingPunct="1">
      <a:defRPr sz="1800" kern="1200">
        <a:solidFill>
          <a:schemeClr val="tx1"/>
        </a:solidFill>
        <a:latin typeface="BIZ UDP明朝 Medium"/>
        <a:ea typeface="BIZ UDP明朝 Medium"/>
        <a:cs typeface="BIZ UDP明朝 Medium"/>
      </a:defRPr>
    </a:lvl2pPr>
    <a:lvl3pPr marL="914400" algn="l" defTabSz="914400" rtl="0" eaLnBrk="1" latinLnBrk="0" hangingPunct="1">
      <a:defRPr sz="1800" kern="1200">
        <a:solidFill>
          <a:schemeClr val="tx1"/>
        </a:solidFill>
        <a:latin typeface="BIZ UDP明朝 Medium"/>
        <a:ea typeface="BIZ UDP明朝 Medium"/>
        <a:cs typeface="BIZ UDP明朝 Medium"/>
      </a:defRPr>
    </a:lvl3pPr>
    <a:lvl4pPr marL="1371600" algn="l" defTabSz="914400" rtl="0" eaLnBrk="1" latinLnBrk="0" hangingPunct="1">
      <a:defRPr sz="1800" kern="1200">
        <a:solidFill>
          <a:schemeClr val="tx1"/>
        </a:solidFill>
        <a:latin typeface="BIZ UDP明朝 Medium"/>
        <a:ea typeface="BIZ UDP明朝 Medium"/>
        <a:cs typeface="BIZ UDP明朝 Medium"/>
      </a:defRPr>
    </a:lvl4pPr>
    <a:lvl5pPr marL="1828800" algn="l" defTabSz="914400" rtl="0" eaLnBrk="1" latinLnBrk="0" hangingPunct="1">
      <a:defRPr sz="1800" kern="1200">
        <a:solidFill>
          <a:schemeClr val="tx1"/>
        </a:solidFill>
        <a:latin typeface="BIZ UDP明朝 Medium"/>
        <a:ea typeface="BIZ UDP明朝 Medium"/>
        <a:cs typeface="BIZ UDP明朝 Medium"/>
      </a:defRPr>
    </a:lvl5pPr>
    <a:lvl6pPr marL="2286000" algn="l" defTabSz="914400" rtl="0" eaLnBrk="1" latinLnBrk="0" hangingPunct="1">
      <a:defRPr sz="1800" kern="1200">
        <a:solidFill>
          <a:schemeClr val="tx1"/>
        </a:solidFill>
        <a:latin typeface="BIZ UDP明朝 Medium"/>
        <a:ea typeface="BIZ UDP明朝 Medium"/>
        <a:cs typeface="BIZ UDP明朝 Medium"/>
      </a:defRPr>
    </a:lvl6pPr>
    <a:lvl7pPr marL="2743200" algn="l" defTabSz="914400" rtl="0" eaLnBrk="1" latinLnBrk="0" hangingPunct="1">
      <a:defRPr sz="1800" kern="1200">
        <a:solidFill>
          <a:schemeClr val="tx1"/>
        </a:solidFill>
        <a:latin typeface="BIZ UDP明朝 Medium"/>
        <a:ea typeface="BIZ UDP明朝 Medium"/>
        <a:cs typeface="BIZ UDP明朝 Medium"/>
      </a:defRPr>
    </a:lvl7pPr>
    <a:lvl8pPr marL="3200400" algn="l" defTabSz="914400" rtl="0" eaLnBrk="1" latinLnBrk="0" hangingPunct="1">
      <a:defRPr sz="1800" kern="1200">
        <a:solidFill>
          <a:schemeClr val="tx1"/>
        </a:solidFill>
        <a:latin typeface="BIZ UDP明朝 Medium"/>
        <a:ea typeface="BIZ UDP明朝 Medium"/>
        <a:cs typeface="BIZ UDP明朝 Medium"/>
      </a:defRPr>
    </a:lvl8pPr>
    <a:lvl9pPr marL="3657600" algn="l" defTabSz="914400" rtl="0" eaLnBrk="1" latinLnBrk="0" hangingPunct="1">
      <a:defRPr sz="1800" kern="1200">
        <a:solidFill>
          <a:schemeClr val="tx1"/>
        </a:solidFill>
        <a:latin typeface="BIZ UDP明朝 Medium"/>
        <a:ea typeface="BIZ UDP明朝 Medium"/>
        <a:cs typeface="BIZ UDP明朝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4EE"/>
    <a:srgbClr val="FF0000"/>
    <a:srgbClr val="A78A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79DFD3-B6C2-4BCC-B422-F9F775D368F7}" v="48" dt="2026-05-05T07:04:51.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447" autoAdjust="0"/>
  </p:normalViewPr>
  <p:slideViewPr>
    <p:cSldViewPr snapToGrid="0" snapToObjects="1">
      <p:cViewPr varScale="1">
        <p:scale>
          <a:sx n="59" d="100"/>
          <a:sy n="59" d="100"/>
        </p:scale>
        <p:origin x="940" y="52"/>
      </p:cViewPr>
      <p:guideLst/>
    </p:cSldViewPr>
  </p:slideViewPr>
  <p:notesTextViewPr>
    <p:cViewPr>
      <p:scale>
        <a:sx n="1" d="1"/>
        <a:sy n="1" d="1"/>
      </p:scale>
      <p:origin x="0" y="0"/>
    </p:cViewPr>
  </p:notesTextViewPr>
  <p:notesViewPr>
    <p:cSldViewPr snapToGrid="0" snapToObjects="1">
      <p:cViewPr varScale="1">
        <p:scale>
          <a:sx n="43" d="100"/>
          <a:sy n="43" d="100"/>
        </p:scale>
        <p:origin x="2840" y="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e ilove" userId="9e8ecd3be11d299d" providerId="LiveId" clId="{FF8ABE70-A591-4E79-83BA-F2470D7459FA}"/>
    <pc:docChg chg="undo redo custSel addSld delSld modSld sldOrd modMainMaster">
      <pc:chgData name="moe ilove" userId="9e8ecd3be11d299d" providerId="LiveId" clId="{FF8ABE70-A591-4E79-83BA-F2470D7459FA}" dt="2026-05-05T21:55:34.757" v="2792" actId="20577"/>
      <pc:docMkLst>
        <pc:docMk/>
      </pc:docMkLst>
      <pc:sldChg chg="addSp delSp modSp mod">
        <pc:chgData name="moe ilove" userId="9e8ecd3be11d299d" providerId="LiveId" clId="{FF8ABE70-A591-4E79-83BA-F2470D7459FA}" dt="2026-05-05T07:52:08.440" v="2747" actId="13926"/>
        <pc:sldMkLst>
          <pc:docMk/>
          <pc:sldMk cId="0" sldId="256"/>
        </pc:sldMkLst>
        <pc:spChg chg="mod">
          <ac:chgData name="moe ilove" userId="9e8ecd3be11d299d" providerId="LiveId" clId="{FF8ABE70-A591-4E79-83BA-F2470D7459FA}" dt="2026-05-05T07:04:51.713" v="2108" actId="164"/>
          <ac:spMkLst>
            <pc:docMk/>
            <pc:sldMk cId="0" sldId="256"/>
            <ac:spMk id="2" creationId="{00000000-0000-0000-0000-000000000000}"/>
          </ac:spMkLst>
        </pc:spChg>
        <pc:spChg chg="mod">
          <ac:chgData name="moe ilove" userId="9e8ecd3be11d299d" providerId="LiveId" clId="{FF8ABE70-A591-4E79-83BA-F2470D7459FA}" dt="2026-05-05T07:04:51.713" v="2108" actId="164"/>
          <ac:spMkLst>
            <pc:docMk/>
            <pc:sldMk cId="0" sldId="256"/>
            <ac:spMk id="3" creationId="{00000000-0000-0000-0000-000000000000}"/>
          </ac:spMkLst>
        </pc:spChg>
        <pc:spChg chg="mod">
          <ac:chgData name="moe ilove" userId="9e8ecd3be11d299d" providerId="LiveId" clId="{FF8ABE70-A591-4E79-83BA-F2470D7459FA}" dt="2026-05-05T07:04:51.713" v="2108" actId="164"/>
          <ac:spMkLst>
            <pc:docMk/>
            <pc:sldMk cId="0" sldId="256"/>
            <ac:spMk id="5" creationId="{00000000-0000-0000-0000-000000000000}"/>
          </ac:spMkLst>
        </pc:spChg>
        <pc:spChg chg="mod">
          <ac:chgData name="moe ilove" userId="9e8ecd3be11d299d" providerId="LiveId" clId="{FF8ABE70-A591-4E79-83BA-F2470D7459FA}" dt="2026-05-05T07:06:59.317" v="2130" actId="1035"/>
          <ac:spMkLst>
            <pc:docMk/>
            <pc:sldMk cId="0" sldId="256"/>
            <ac:spMk id="6" creationId="{00000000-0000-0000-0000-000000000000}"/>
          </ac:spMkLst>
        </pc:spChg>
        <pc:spChg chg="mod">
          <ac:chgData name="moe ilove" userId="9e8ecd3be11d299d" providerId="LiveId" clId="{FF8ABE70-A591-4E79-83BA-F2470D7459FA}" dt="2026-05-05T07:06:59.317" v="2130" actId="1035"/>
          <ac:spMkLst>
            <pc:docMk/>
            <pc:sldMk cId="0" sldId="256"/>
            <ac:spMk id="7" creationId="{00000000-0000-0000-0000-000000000000}"/>
          </ac:spMkLst>
        </pc:spChg>
        <pc:spChg chg="mod">
          <ac:chgData name="moe ilove" userId="9e8ecd3be11d299d" providerId="LiveId" clId="{FF8ABE70-A591-4E79-83BA-F2470D7459FA}" dt="2026-05-05T07:06:59.317" v="2130" actId="1035"/>
          <ac:spMkLst>
            <pc:docMk/>
            <pc:sldMk cId="0" sldId="256"/>
            <ac:spMk id="8" creationId="{00000000-0000-0000-0000-000000000000}"/>
          </ac:spMkLst>
        </pc:spChg>
        <pc:spChg chg="mod">
          <ac:chgData name="moe ilove" userId="9e8ecd3be11d299d" providerId="LiveId" clId="{FF8ABE70-A591-4E79-83BA-F2470D7459FA}" dt="2026-05-05T07:06:59.317" v="2130" actId="1035"/>
          <ac:spMkLst>
            <pc:docMk/>
            <pc:sldMk cId="0" sldId="256"/>
            <ac:spMk id="9" creationId="{00000000-0000-0000-0000-000000000000}"/>
          </ac:spMkLst>
        </pc:spChg>
        <pc:spChg chg="mod">
          <ac:chgData name="moe ilove" userId="9e8ecd3be11d299d" providerId="LiveId" clId="{FF8ABE70-A591-4E79-83BA-F2470D7459FA}" dt="2026-05-05T07:06:59.317" v="2130" actId="1035"/>
          <ac:spMkLst>
            <pc:docMk/>
            <pc:sldMk cId="0" sldId="256"/>
            <ac:spMk id="10" creationId="{00000000-0000-0000-0000-000000000000}"/>
          </ac:spMkLst>
        </pc:spChg>
        <pc:spChg chg="mod">
          <ac:chgData name="moe ilove" userId="9e8ecd3be11d299d" providerId="LiveId" clId="{FF8ABE70-A591-4E79-83BA-F2470D7459FA}" dt="2026-05-05T07:06:59.317" v="2130" actId="1035"/>
          <ac:spMkLst>
            <pc:docMk/>
            <pc:sldMk cId="0" sldId="256"/>
            <ac:spMk id="11" creationId="{00000000-0000-0000-0000-000000000000}"/>
          </ac:spMkLst>
        </pc:spChg>
        <pc:spChg chg="mod topLvl">
          <ac:chgData name="moe ilove" userId="9e8ecd3be11d299d" providerId="LiveId" clId="{FF8ABE70-A591-4E79-83BA-F2470D7459FA}" dt="2026-05-05T07:52:01.751" v="2746" actId="13926"/>
          <ac:spMkLst>
            <pc:docMk/>
            <pc:sldMk cId="0" sldId="256"/>
            <ac:spMk id="12" creationId="{00000000-0000-0000-0000-000000000000}"/>
          </ac:spMkLst>
        </pc:spChg>
        <pc:spChg chg="mod">
          <ac:chgData name="moe ilove" userId="9e8ecd3be11d299d" providerId="LiveId" clId="{FF8ABE70-A591-4E79-83BA-F2470D7459FA}" dt="2026-05-05T07:06:59.317" v="2130" actId="1035"/>
          <ac:spMkLst>
            <pc:docMk/>
            <pc:sldMk cId="0" sldId="256"/>
            <ac:spMk id="13" creationId="{2E4E0566-15F5-8220-ADE0-B0307E289D2E}"/>
          </ac:spMkLst>
        </pc:spChg>
        <pc:spChg chg="mod">
          <ac:chgData name="moe ilove" userId="9e8ecd3be11d299d" providerId="LiveId" clId="{FF8ABE70-A591-4E79-83BA-F2470D7459FA}" dt="2026-05-05T07:06:59.317" v="2130" actId="1035"/>
          <ac:spMkLst>
            <pc:docMk/>
            <pc:sldMk cId="0" sldId="256"/>
            <ac:spMk id="14" creationId="{5B966B27-9418-047F-6DFA-06BEDA66A782}"/>
          </ac:spMkLst>
        </pc:spChg>
        <pc:spChg chg="add mod">
          <ac:chgData name="moe ilove" userId="9e8ecd3be11d299d" providerId="LiveId" clId="{FF8ABE70-A591-4E79-83BA-F2470D7459FA}" dt="2026-05-05T06:30:48.013" v="1834" actId="403"/>
          <ac:spMkLst>
            <pc:docMk/>
            <pc:sldMk cId="0" sldId="256"/>
            <ac:spMk id="15" creationId="{62EEE130-3108-2BE8-F47D-065C0F22B76F}"/>
          </ac:spMkLst>
        </pc:spChg>
        <pc:spChg chg="mod">
          <ac:chgData name="moe ilove" userId="9e8ecd3be11d299d" providerId="LiveId" clId="{FF8ABE70-A591-4E79-83BA-F2470D7459FA}" dt="2026-05-05T06:25:25.937" v="1785" actId="14100"/>
          <ac:spMkLst>
            <pc:docMk/>
            <pc:sldMk cId="0" sldId="256"/>
            <ac:spMk id="16" creationId="{00000000-0000-0000-0000-000000000000}"/>
          </ac:spMkLst>
        </pc:spChg>
        <pc:spChg chg="del mod topLvl">
          <ac:chgData name="moe ilove" userId="9e8ecd3be11d299d" providerId="LiveId" clId="{FF8ABE70-A591-4E79-83BA-F2470D7459FA}" dt="2026-05-04T18:53:19.239" v="1760" actId="478"/>
          <ac:spMkLst>
            <pc:docMk/>
            <pc:sldMk cId="0" sldId="256"/>
            <ac:spMk id="18" creationId="{00000000-0000-0000-0000-000000000000}"/>
          </ac:spMkLst>
        </pc:spChg>
        <pc:spChg chg="del mod">
          <ac:chgData name="moe ilove" userId="9e8ecd3be11d299d" providerId="LiveId" clId="{FF8ABE70-A591-4E79-83BA-F2470D7459FA}" dt="2026-05-05T06:59:42.083" v="2079" actId="478"/>
          <ac:spMkLst>
            <pc:docMk/>
            <pc:sldMk cId="0" sldId="256"/>
            <ac:spMk id="19" creationId="{37EA4EAF-F4A2-7872-2EAF-76E94AD534F2}"/>
          </ac:spMkLst>
        </pc:spChg>
        <pc:spChg chg="mod">
          <ac:chgData name="moe ilove" userId="9e8ecd3be11d299d" providerId="LiveId" clId="{FF8ABE70-A591-4E79-83BA-F2470D7459FA}" dt="2026-05-05T07:52:08.440" v="2747" actId="13926"/>
          <ac:spMkLst>
            <pc:docMk/>
            <pc:sldMk cId="0" sldId="256"/>
            <ac:spMk id="22" creationId="{D80C3027-FF90-4DE7-5CA5-11D49781DF9D}"/>
          </ac:spMkLst>
        </pc:spChg>
        <pc:spChg chg="del topLvl">
          <ac:chgData name="moe ilove" userId="9e8ecd3be11d299d" providerId="LiveId" clId="{FF8ABE70-A591-4E79-83BA-F2470D7459FA}" dt="2026-05-05T06:58:34.081" v="2070" actId="478"/>
          <ac:spMkLst>
            <pc:docMk/>
            <pc:sldMk cId="0" sldId="256"/>
            <ac:spMk id="28" creationId="{04981F80-73A6-ED92-E185-7D8C899F8BB2}"/>
          </ac:spMkLst>
        </pc:spChg>
        <pc:spChg chg="del mod topLvl">
          <ac:chgData name="moe ilove" userId="9e8ecd3be11d299d" providerId="LiveId" clId="{FF8ABE70-A591-4E79-83BA-F2470D7459FA}" dt="2026-05-04T18:53:21.239" v="1761" actId="478"/>
          <ac:spMkLst>
            <pc:docMk/>
            <pc:sldMk cId="0" sldId="256"/>
            <ac:spMk id="30" creationId="{447B2C2D-CD8F-2F6D-6168-C8A8F14AD218}"/>
          </ac:spMkLst>
        </pc:spChg>
        <pc:spChg chg="del">
          <ac:chgData name="moe ilove" userId="9e8ecd3be11d299d" providerId="LiveId" clId="{FF8ABE70-A591-4E79-83BA-F2470D7459FA}" dt="2026-05-05T06:59:44.553" v="2080" actId="478"/>
          <ac:spMkLst>
            <pc:docMk/>
            <pc:sldMk cId="0" sldId="256"/>
            <ac:spMk id="42" creationId="{55489535-8A81-FF24-0D5C-99206270CB3C}"/>
          </ac:spMkLst>
        </pc:spChg>
        <pc:grpChg chg="mod">
          <ac:chgData name="moe ilove" userId="9e8ecd3be11d299d" providerId="LiveId" clId="{FF8ABE70-A591-4E79-83BA-F2470D7459FA}" dt="2026-05-05T07:04:51.713" v="2108" actId="164"/>
          <ac:grpSpMkLst>
            <pc:docMk/>
            <pc:sldMk cId="0" sldId="256"/>
            <ac:grpSpMk id="4" creationId="{1AB2094B-AA99-F8B9-C328-0F1A72792ABC}"/>
          </ac:grpSpMkLst>
        </pc:grpChg>
        <pc:grpChg chg="add del mod">
          <ac:chgData name="moe ilove" userId="9e8ecd3be11d299d" providerId="LiveId" clId="{FF8ABE70-A591-4E79-83BA-F2470D7459FA}" dt="2026-05-05T06:59:38.024" v="2078" actId="478"/>
          <ac:grpSpMkLst>
            <pc:docMk/>
            <pc:sldMk cId="0" sldId="256"/>
            <ac:grpSpMk id="17" creationId="{80AC0F6F-E807-E973-9E3D-6FF66CA2B627}"/>
          </ac:grpSpMkLst>
        </pc:grpChg>
        <pc:grpChg chg="add mod">
          <ac:chgData name="moe ilove" userId="9e8ecd3be11d299d" providerId="LiveId" clId="{FF8ABE70-A591-4E79-83BA-F2470D7459FA}" dt="2026-05-05T07:05:00.952" v="2109" actId="1076"/>
          <ac:grpSpMkLst>
            <pc:docMk/>
            <pc:sldMk cId="0" sldId="256"/>
            <ac:grpSpMk id="18" creationId="{784FEE0F-6C64-8F19-CEAA-E333F28D9181}"/>
          </ac:grpSpMkLst>
        </pc:grpChg>
        <pc:grpChg chg="mod">
          <ac:chgData name="moe ilove" userId="9e8ecd3be11d299d" providerId="LiveId" clId="{FF8ABE70-A591-4E79-83BA-F2470D7459FA}" dt="2026-05-05T07:04:51.713" v="2108" actId="164"/>
          <ac:grpSpMkLst>
            <pc:docMk/>
            <pc:sldMk cId="0" sldId="256"/>
            <ac:grpSpMk id="23" creationId="{8E16794C-9034-9EE8-5FE8-A6068CB20A62}"/>
          </ac:grpSpMkLst>
        </pc:grpChg>
        <pc:grpChg chg="mod">
          <ac:chgData name="moe ilove" userId="9e8ecd3be11d299d" providerId="LiveId" clId="{FF8ABE70-A591-4E79-83BA-F2470D7459FA}" dt="2026-05-05T07:04:51.713" v="2108" actId="164"/>
          <ac:grpSpMkLst>
            <pc:docMk/>
            <pc:sldMk cId="0" sldId="256"/>
            <ac:grpSpMk id="24" creationId="{B950FD68-A458-1135-D707-8949872A3F3E}"/>
          </ac:grpSpMkLst>
        </pc:grpChg>
        <pc:grpChg chg="mod">
          <ac:chgData name="moe ilove" userId="9e8ecd3be11d299d" providerId="LiveId" clId="{FF8ABE70-A591-4E79-83BA-F2470D7459FA}" dt="2026-05-05T07:04:51.713" v="2108" actId="164"/>
          <ac:grpSpMkLst>
            <pc:docMk/>
            <pc:sldMk cId="0" sldId="256"/>
            <ac:grpSpMk id="25" creationId="{51347996-971C-0D86-2868-5736FED96889}"/>
          </ac:grpSpMkLst>
        </pc:grpChg>
        <pc:grpChg chg="del mod">
          <ac:chgData name="moe ilove" userId="9e8ecd3be11d299d" providerId="LiveId" clId="{FF8ABE70-A591-4E79-83BA-F2470D7459FA}" dt="2026-05-04T18:53:19.239" v="1760" actId="478"/>
          <ac:grpSpMkLst>
            <pc:docMk/>
            <pc:sldMk cId="0" sldId="256"/>
            <ac:grpSpMk id="35" creationId="{4B1C9988-3FFA-65DA-1C6F-AE4599DF2BC1}"/>
          </ac:grpSpMkLst>
        </pc:grpChg>
        <pc:grpChg chg="del mod">
          <ac:chgData name="moe ilove" userId="9e8ecd3be11d299d" providerId="LiveId" clId="{FF8ABE70-A591-4E79-83BA-F2470D7459FA}" dt="2026-05-05T06:58:34.081" v="2070" actId="478"/>
          <ac:grpSpMkLst>
            <pc:docMk/>
            <pc:sldMk cId="0" sldId="256"/>
            <ac:grpSpMk id="41" creationId="{D4447CFB-0B1D-E724-70C1-11FE0555D87A}"/>
          </ac:grpSpMkLst>
        </pc:grpChg>
      </pc:sldChg>
      <pc:sldChg chg="delSp modSp add mod ord">
        <pc:chgData name="moe ilove" userId="9e8ecd3be11d299d" providerId="LiveId" clId="{FF8ABE70-A591-4E79-83BA-F2470D7459FA}" dt="2026-05-05T07:24:37.650" v="2378" actId="208"/>
        <pc:sldMkLst>
          <pc:docMk/>
          <pc:sldMk cId="33699999" sldId="259"/>
        </pc:sldMkLst>
        <pc:spChg chg="mod">
          <ac:chgData name="moe ilove" userId="9e8ecd3be11d299d" providerId="LiveId" clId="{FF8ABE70-A591-4E79-83BA-F2470D7459FA}" dt="2026-05-05T06:58:46.224" v="2076" actId="20577"/>
          <ac:spMkLst>
            <pc:docMk/>
            <pc:sldMk cId="33699999" sldId="259"/>
            <ac:spMk id="2" creationId="{22775110-0BE1-867D-ADFE-B05B6D81B671}"/>
          </ac:spMkLst>
        </pc:spChg>
        <pc:spChg chg="mod">
          <ac:chgData name="moe ilove" userId="9e8ecd3be11d299d" providerId="LiveId" clId="{FF8ABE70-A591-4E79-83BA-F2470D7459FA}" dt="2026-05-05T06:33:08.577" v="1860" actId="1076"/>
          <ac:spMkLst>
            <pc:docMk/>
            <pc:sldMk cId="33699999" sldId="259"/>
            <ac:spMk id="3" creationId="{4F460AE0-77A6-1696-6E80-8AC2D7698A1A}"/>
          </ac:spMkLst>
        </pc:spChg>
        <pc:spChg chg="mod">
          <ac:chgData name="moe ilove" userId="9e8ecd3be11d299d" providerId="LiveId" clId="{FF8ABE70-A591-4E79-83BA-F2470D7459FA}" dt="2026-05-05T06:31:57.156" v="1854" actId="1076"/>
          <ac:spMkLst>
            <pc:docMk/>
            <pc:sldMk cId="33699999" sldId="259"/>
            <ac:spMk id="4" creationId="{9612B156-86F0-4F89-F2E0-8A12ED5B7DA7}"/>
          </ac:spMkLst>
        </pc:spChg>
        <pc:spChg chg="mod">
          <ac:chgData name="moe ilove" userId="9e8ecd3be11d299d" providerId="LiveId" clId="{FF8ABE70-A591-4E79-83BA-F2470D7459FA}" dt="2026-05-04T18:54:46.142" v="1777" actId="14100"/>
          <ac:spMkLst>
            <pc:docMk/>
            <pc:sldMk cId="33699999" sldId="259"/>
            <ac:spMk id="8" creationId="{BD4CFDD8-4266-2363-05B5-BDC015CC137B}"/>
          </ac:spMkLst>
        </pc:spChg>
        <pc:spChg chg="mod">
          <ac:chgData name="moe ilove" userId="9e8ecd3be11d299d" providerId="LiveId" clId="{FF8ABE70-A591-4E79-83BA-F2470D7459FA}" dt="2026-05-05T06:33:20.501" v="1863" actId="14100"/>
          <ac:spMkLst>
            <pc:docMk/>
            <pc:sldMk cId="33699999" sldId="259"/>
            <ac:spMk id="9" creationId="{70487872-9E0C-8423-A44D-891A153D4483}"/>
          </ac:spMkLst>
        </pc:spChg>
        <pc:spChg chg="mod">
          <ac:chgData name="moe ilove" userId="9e8ecd3be11d299d" providerId="LiveId" clId="{FF8ABE70-A591-4E79-83BA-F2470D7459FA}" dt="2026-05-03T17:42:05.838" v="1751" actId="1076"/>
          <ac:spMkLst>
            <pc:docMk/>
            <pc:sldMk cId="33699999" sldId="259"/>
            <ac:spMk id="13" creationId="{77870204-3454-CB5D-DAFF-4D04F11077A5}"/>
          </ac:spMkLst>
        </pc:spChg>
        <pc:spChg chg="mod">
          <ac:chgData name="moe ilove" userId="9e8ecd3be11d299d" providerId="LiveId" clId="{FF8ABE70-A591-4E79-83BA-F2470D7459FA}" dt="2026-05-03T17:42:23.894" v="1754" actId="14100"/>
          <ac:spMkLst>
            <pc:docMk/>
            <pc:sldMk cId="33699999" sldId="259"/>
            <ac:spMk id="16" creationId="{C38D6A45-6F4E-46C1-AD03-DA6B7EE81A86}"/>
          </ac:spMkLst>
        </pc:spChg>
        <pc:spChg chg="mod">
          <ac:chgData name="moe ilove" userId="9e8ecd3be11d299d" providerId="LiveId" clId="{FF8ABE70-A591-4E79-83BA-F2470D7459FA}" dt="2026-05-05T07:24:37.650" v="2378" actId="208"/>
          <ac:spMkLst>
            <pc:docMk/>
            <pc:sldMk cId="33699999" sldId="259"/>
            <ac:spMk id="30" creationId="{B8A04521-7068-A5ED-58E3-0CE3566E7626}"/>
          </ac:spMkLst>
        </pc:spChg>
        <pc:spChg chg="mod">
          <ac:chgData name="moe ilove" userId="9e8ecd3be11d299d" providerId="LiveId" clId="{FF8ABE70-A591-4E79-83BA-F2470D7459FA}" dt="2026-05-05T06:32:18.045" v="1857" actId="14100"/>
          <ac:spMkLst>
            <pc:docMk/>
            <pc:sldMk cId="33699999" sldId="259"/>
            <ac:spMk id="34" creationId="{FA761F43-D2BA-E971-037F-E5B06E98B0F7}"/>
          </ac:spMkLst>
        </pc:spChg>
      </pc:sldChg>
      <pc:sldChg chg="addSp delSp modSp add del mod">
        <pc:chgData name="moe ilove" userId="9e8ecd3be11d299d" providerId="LiveId" clId="{FF8ABE70-A591-4E79-83BA-F2470D7459FA}" dt="2026-05-05T06:58:23.231" v="2068" actId="47"/>
        <pc:sldMkLst>
          <pc:docMk/>
          <pc:sldMk cId="3274686144" sldId="263"/>
        </pc:sldMkLst>
      </pc:sldChg>
      <pc:sldChg chg="addSp delSp modSp add del mod">
        <pc:chgData name="moe ilove" userId="9e8ecd3be11d299d" providerId="LiveId" clId="{FF8ABE70-A591-4E79-83BA-F2470D7459FA}" dt="2026-05-05T06:48:01.828" v="1980" actId="47"/>
        <pc:sldMkLst>
          <pc:docMk/>
          <pc:sldMk cId="2315902061" sldId="264"/>
        </pc:sldMkLst>
        <pc:spChg chg="add mod">
          <ac:chgData name="moe ilove" userId="9e8ecd3be11d299d" providerId="LiveId" clId="{FF8ABE70-A591-4E79-83BA-F2470D7459FA}" dt="2026-05-05T06:44:23.604" v="1947" actId="164"/>
          <ac:spMkLst>
            <pc:docMk/>
            <pc:sldMk cId="2315902061" sldId="264"/>
            <ac:spMk id="3" creationId="{A9289ECB-4347-D4ED-757F-2BEEE499C2CE}"/>
          </ac:spMkLst>
        </pc:spChg>
        <pc:spChg chg="mod">
          <ac:chgData name="moe ilove" userId="9e8ecd3be11d299d" providerId="LiveId" clId="{FF8ABE70-A591-4E79-83BA-F2470D7459FA}" dt="2026-05-05T06:46:09.781" v="1965" actId="1076"/>
          <ac:spMkLst>
            <pc:docMk/>
            <pc:sldMk cId="2315902061" sldId="264"/>
            <ac:spMk id="4" creationId="{C28EFFC1-0D57-8B83-B689-E6E8635B4E6B}"/>
          </ac:spMkLst>
        </pc:spChg>
        <pc:spChg chg="mod">
          <ac:chgData name="moe ilove" userId="9e8ecd3be11d299d" providerId="LiveId" clId="{FF8ABE70-A591-4E79-83BA-F2470D7459FA}" dt="2026-05-05T06:47:50.698" v="1979" actId="20577"/>
          <ac:spMkLst>
            <pc:docMk/>
            <pc:sldMk cId="2315902061" sldId="264"/>
            <ac:spMk id="6" creationId="{1ACF314B-88F4-40DA-24F9-35E6C203FF04}"/>
          </ac:spMkLst>
        </pc:spChg>
        <pc:spChg chg="add del mod">
          <ac:chgData name="moe ilove" userId="9e8ecd3be11d299d" providerId="LiveId" clId="{FF8ABE70-A591-4E79-83BA-F2470D7459FA}" dt="2026-05-05T06:45:25.258" v="1958" actId="478"/>
          <ac:spMkLst>
            <pc:docMk/>
            <pc:sldMk cId="2315902061" sldId="264"/>
            <ac:spMk id="7" creationId="{DCB629A5-9832-C0EF-7F27-71F75A0D284C}"/>
          </ac:spMkLst>
        </pc:spChg>
        <pc:spChg chg="mod">
          <ac:chgData name="moe ilove" userId="9e8ecd3be11d299d" providerId="LiveId" clId="{FF8ABE70-A591-4E79-83BA-F2470D7459FA}" dt="2026-05-05T06:45:12.013" v="1954" actId="6549"/>
          <ac:spMkLst>
            <pc:docMk/>
            <pc:sldMk cId="2315902061" sldId="264"/>
            <ac:spMk id="11" creationId="{46798C4E-9B68-87F0-23F1-40E30BE67ED7}"/>
          </ac:spMkLst>
        </pc:spChg>
        <pc:spChg chg="mod">
          <ac:chgData name="moe ilove" userId="9e8ecd3be11d299d" providerId="LiveId" clId="{FF8ABE70-A591-4E79-83BA-F2470D7459FA}" dt="2026-05-05T06:45:30.438" v="1959"/>
          <ac:spMkLst>
            <pc:docMk/>
            <pc:sldMk cId="2315902061" sldId="264"/>
            <ac:spMk id="12" creationId="{59F86960-CE4C-61C1-8B1D-1CC5CE96DEA8}"/>
          </ac:spMkLst>
        </pc:spChg>
        <pc:spChg chg="del mod">
          <ac:chgData name="moe ilove" userId="9e8ecd3be11d299d" providerId="LiveId" clId="{FF8ABE70-A591-4E79-83BA-F2470D7459FA}" dt="2026-05-05T06:45:18.011" v="1956" actId="478"/>
          <ac:spMkLst>
            <pc:docMk/>
            <pc:sldMk cId="2315902061" sldId="264"/>
            <ac:spMk id="31" creationId="{5F9A9BBB-76A9-98EF-E4B6-775571A2D0F7}"/>
          </ac:spMkLst>
        </pc:spChg>
        <pc:spChg chg="mod">
          <ac:chgData name="moe ilove" userId="9e8ecd3be11d299d" providerId="LiveId" clId="{FF8ABE70-A591-4E79-83BA-F2470D7459FA}" dt="2026-05-05T06:45:13.982" v="1955" actId="6549"/>
          <ac:spMkLst>
            <pc:docMk/>
            <pc:sldMk cId="2315902061" sldId="264"/>
            <ac:spMk id="34" creationId="{BDC419C5-CD31-FCF6-1737-AB4D0601F392}"/>
          </ac:spMkLst>
        </pc:spChg>
        <pc:grpChg chg="add mod">
          <ac:chgData name="moe ilove" userId="9e8ecd3be11d299d" providerId="LiveId" clId="{FF8ABE70-A591-4E79-83BA-F2470D7459FA}" dt="2026-05-05T06:46:33.819" v="1968" actId="14100"/>
          <ac:grpSpMkLst>
            <pc:docMk/>
            <pc:sldMk cId="2315902061" sldId="264"/>
            <ac:grpSpMk id="9" creationId="{9B139B99-0DE7-4249-B15E-1339E5CF9356}"/>
          </ac:grpSpMkLst>
        </pc:grpChg>
        <pc:grpChg chg="add mod">
          <ac:chgData name="moe ilove" userId="9e8ecd3be11d299d" providerId="LiveId" clId="{FF8ABE70-A591-4E79-83BA-F2470D7459FA}" dt="2026-05-05T06:46:36.849" v="1969" actId="14100"/>
          <ac:grpSpMkLst>
            <pc:docMk/>
            <pc:sldMk cId="2315902061" sldId="264"/>
            <ac:grpSpMk id="10" creationId="{87052F1E-EE7C-704B-C843-AD284C4A1BD3}"/>
          </ac:grpSpMkLst>
        </pc:grpChg>
      </pc:sldChg>
      <pc:sldChg chg="addSp delSp modSp add del mod">
        <pc:chgData name="moe ilove" userId="9e8ecd3be11d299d" providerId="LiveId" clId="{FF8ABE70-A591-4E79-83BA-F2470D7459FA}" dt="2026-05-05T06:58:24.055" v="2069" actId="47"/>
        <pc:sldMkLst>
          <pc:docMk/>
          <pc:sldMk cId="1202115257" sldId="265"/>
        </pc:sldMkLst>
        <pc:spChg chg="del">
          <ac:chgData name="moe ilove" userId="9e8ecd3be11d299d" providerId="LiveId" clId="{FF8ABE70-A591-4E79-83BA-F2470D7459FA}" dt="2026-05-04T19:54:28.765" v="1783" actId="478"/>
          <ac:spMkLst>
            <pc:docMk/>
            <pc:sldMk cId="1202115257" sldId="265"/>
            <ac:spMk id="2" creationId="{4B11F383-96FE-EE4C-969E-2162987A90BA}"/>
          </ac:spMkLst>
        </pc:spChg>
      </pc:sldChg>
      <pc:sldChg chg="add del">
        <pc:chgData name="moe ilove" userId="9e8ecd3be11d299d" providerId="LiveId" clId="{FF8ABE70-A591-4E79-83BA-F2470D7459FA}" dt="2026-05-05T06:45:52.560" v="1963" actId="47"/>
        <pc:sldMkLst>
          <pc:docMk/>
          <pc:sldMk cId="1553781779" sldId="266"/>
        </pc:sldMkLst>
      </pc:sldChg>
      <pc:sldChg chg="addSp delSp modSp add mod">
        <pc:chgData name="moe ilove" userId="9e8ecd3be11d299d" providerId="LiveId" clId="{FF8ABE70-A591-4E79-83BA-F2470D7459FA}" dt="2026-05-05T08:15:57.077" v="2750" actId="20577"/>
        <pc:sldMkLst>
          <pc:docMk/>
          <pc:sldMk cId="2174491097" sldId="266"/>
        </pc:sldMkLst>
        <pc:spChg chg="add del mod topLvl">
          <ac:chgData name="moe ilove" userId="9e8ecd3be11d299d" providerId="LiveId" clId="{FF8ABE70-A591-4E79-83BA-F2470D7459FA}" dt="2026-05-05T06:52:43.651" v="2029" actId="478"/>
          <ac:spMkLst>
            <pc:docMk/>
            <pc:sldMk cId="2174491097" sldId="266"/>
            <ac:spMk id="2" creationId="{F31FEB58-0908-A55F-3028-B3F5F8A7339D}"/>
          </ac:spMkLst>
        </pc:spChg>
        <pc:spChg chg="mod">
          <ac:chgData name="moe ilove" userId="9e8ecd3be11d299d" providerId="LiveId" clId="{FF8ABE70-A591-4E79-83BA-F2470D7459FA}" dt="2026-05-05T07:21:53.951" v="2229" actId="6559"/>
          <ac:spMkLst>
            <pc:docMk/>
            <pc:sldMk cId="2174491097" sldId="266"/>
            <ac:spMk id="3" creationId="{E0B40450-77F1-A018-088E-225709680F39}"/>
          </ac:spMkLst>
        </pc:spChg>
        <pc:spChg chg="mod">
          <ac:chgData name="moe ilove" userId="9e8ecd3be11d299d" providerId="LiveId" clId="{FF8ABE70-A591-4E79-83BA-F2470D7459FA}" dt="2026-05-05T06:55:07.973" v="2053" actId="20577"/>
          <ac:spMkLst>
            <pc:docMk/>
            <pc:sldMk cId="2174491097" sldId="266"/>
            <ac:spMk id="6" creationId="{0076A050-B178-8CC4-9DBF-49DDA28440B0}"/>
          </ac:spMkLst>
        </pc:spChg>
        <pc:spChg chg="mod">
          <ac:chgData name="moe ilove" userId="9e8ecd3be11d299d" providerId="LiveId" clId="{FF8ABE70-A591-4E79-83BA-F2470D7459FA}" dt="2026-05-05T06:51:31.904" v="2027"/>
          <ac:spMkLst>
            <pc:docMk/>
            <pc:sldMk cId="2174491097" sldId="266"/>
            <ac:spMk id="14" creationId="{EC179C3F-00D5-05F4-1FC6-914403F4780C}"/>
          </ac:spMkLst>
        </pc:spChg>
        <pc:spChg chg="mod">
          <ac:chgData name="moe ilove" userId="9e8ecd3be11d299d" providerId="LiveId" clId="{FF8ABE70-A591-4E79-83BA-F2470D7459FA}" dt="2026-05-05T06:51:31.904" v="2027"/>
          <ac:spMkLst>
            <pc:docMk/>
            <pc:sldMk cId="2174491097" sldId="266"/>
            <ac:spMk id="15" creationId="{3D79D6DE-7800-C595-A6A1-4F0539D18E4E}"/>
          </ac:spMkLst>
        </pc:spChg>
        <pc:spChg chg="mod">
          <ac:chgData name="moe ilove" userId="9e8ecd3be11d299d" providerId="LiveId" clId="{FF8ABE70-A591-4E79-83BA-F2470D7459FA}" dt="2026-05-05T06:51:31.904" v="2027"/>
          <ac:spMkLst>
            <pc:docMk/>
            <pc:sldMk cId="2174491097" sldId="266"/>
            <ac:spMk id="16" creationId="{A89D7813-EACE-9B4B-A882-B7F8AAC3BB85}"/>
          </ac:spMkLst>
        </pc:spChg>
        <pc:spChg chg="add del mod">
          <ac:chgData name="moe ilove" userId="9e8ecd3be11d299d" providerId="LiveId" clId="{FF8ABE70-A591-4E79-83BA-F2470D7459FA}" dt="2026-05-05T06:53:14.508" v="2033" actId="478"/>
          <ac:spMkLst>
            <pc:docMk/>
            <pc:sldMk cId="2174491097" sldId="266"/>
            <ac:spMk id="18" creationId="{F223F014-1661-678A-BA49-0FC3A479EB6B}"/>
          </ac:spMkLst>
        </pc:spChg>
        <pc:spChg chg="mod">
          <ac:chgData name="moe ilove" userId="9e8ecd3be11d299d" providerId="LiveId" clId="{FF8ABE70-A591-4E79-83BA-F2470D7459FA}" dt="2026-05-05T07:22:00.748" v="2230" actId="6559"/>
          <ac:spMkLst>
            <pc:docMk/>
            <pc:sldMk cId="2174491097" sldId="266"/>
            <ac:spMk id="20" creationId="{E05A73AE-F2EE-3F75-443E-7348F2D79D4E}"/>
          </ac:spMkLst>
        </pc:spChg>
        <pc:spChg chg="mod">
          <ac:chgData name="moe ilove" userId="9e8ecd3be11d299d" providerId="LiveId" clId="{FF8ABE70-A591-4E79-83BA-F2470D7459FA}" dt="2026-05-05T07:22:03.764" v="2231" actId="6559"/>
          <ac:spMkLst>
            <pc:docMk/>
            <pc:sldMk cId="2174491097" sldId="266"/>
            <ac:spMk id="22" creationId="{4ED5A59C-7851-3436-0F2A-BD85B084967D}"/>
          </ac:spMkLst>
        </pc:spChg>
        <pc:spChg chg="mod">
          <ac:chgData name="moe ilove" userId="9e8ecd3be11d299d" providerId="LiveId" clId="{FF8ABE70-A591-4E79-83BA-F2470D7459FA}" dt="2026-05-05T08:15:57.077" v="2750" actId="20577"/>
          <ac:spMkLst>
            <pc:docMk/>
            <pc:sldMk cId="2174491097" sldId="266"/>
            <ac:spMk id="34" creationId="{52BC3DC9-50CA-E524-5A2F-2E1F1880E0D9}"/>
          </ac:spMkLst>
        </pc:spChg>
        <pc:grpChg chg="add del mod">
          <ac:chgData name="moe ilove" userId="9e8ecd3be11d299d" providerId="LiveId" clId="{FF8ABE70-A591-4E79-83BA-F2470D7459FA}" dt="2026-05-05T06:52:43.651" v="2029" actId="478"/>
          <ac:grpSpMkLst>
            <pc:docMk/>
            <pc:sldMk cId="2174491097" sldId="266"/>
            <ac:grpSpMk id="5" creationId="{2D48CBD5-52E8-9673-4EFB-C34BFC2F002D}"/>
          </ac:grpSpMkLst>
        </pc:grpChg>
        <pc:grpChg chg="add del mod">
          <ac:chgData name="moe ilove" userId="9e8ecd3be11d299d" providerId="LiveId" clId="{FF8ABE70-A591-4E79-83BA-F2470D7459FA}" dt="2026-05-05T06:54:33.875" v="2047" actId="478"/>
          <ac:grpSpMkLst>
            <pc:docMk/>
            <pc:sldMk cId="2174491097" sldId="266"/>
            <ac:grpSpMk id="7" creationId="{73078801-0894-C4D0-ED52-4448C1161DEA}"/>
          </ac:grpSpMkLst>
        </pc:grpChg>
        <pc:grpChg chg="mod topLvl">
          <ac:chgData name="moe ilove" userId="9e8ecd3be11d299d" providerId="LiveId" clId="{FF8ABE70-A591-4E79-83BA-F2470D7459FA}" dt="2026-05-05T06:52:43.651" v="2029" actId="478"/>
          <ac:grpSpMkLst>
            <pc:docMk/>
            <pc:sldMk cId="2174491097" sldId="266"/>
            <ac:grpSpMk id="9" creationId="{19447405-3786-D6AE-EBB6-1C706BCBAF56}"/>
          </ac:grpSpMkLst>
        </pc:grpChg>
        <pc:grpChg chg="del mod">
          <ac:chgData name="moe ilove" userId="9e8ecd3be11d299d" providerId="LiveId" clId="{FF8ABE70-A591-4E79-83BA-F2470D7459FA}" dt="2026-05-05T06:51:28.502" v="2026" actId="478"/>
          <ac:grpSpMkLst>
            <pc:docMk/>
            <pc:sldMk cId="2174491097" sldId="266"/>
            <ac:grpSpMk id="10" creationId="{CB6375D1-D89A-9A50-BAA9-40D3FCF33FBB}"/>
          </ac:grpSpMkLst>
        </pc:grpChg>
        <pc:grpChg chg="mod">
          <ac:chgData name="moe ilove" userId="9e8ecd3be11d299d" providerId="LiveId" clId="{FF8ABE70-A591-4E79-83BA-F2470D7459FA}" dt="2026-05-05T06:51:31.904" v="2027"/>
          <ac:grpSpMkLst>
            <pc:docMk/>
            <pc:sldMk cId="2174491097" sldId="266"/>
            <ac:grpSpMk id="13" creationId="{AF39F35A-6693-4A86-7EDD-D85977ED6C07}"/>
          </ac:grpSpMkLst>
        </pc:grpChg>
        <pc:grpChg chg="add mod">
          <ac:chgData name="moe ilove" userId="9e8ecd3be11d299d" providerId="LiveId" clId="{FF8ABE70-A591-4E79-83BA-F2470D7459FA}" dt="2026-05-05T06:55:01.447" v="2050" actId="1076"/>
          <ac:grpSpMkLst>
            <pc:docMk/>
            <pc:sldMk cId="2174491097" sldId="266"/>
            <ac:grpSpMk id="19" creationId="{03E47478-2EF1-D41F-9843-4C371253003F}"/>
          </ac:grpSpMkLst>
        </pc:grpChg>
      </pc:sldChg>
      <pc:sldChg chg="modSp add mod">
        <pc:chgData name="moe ilove" userId="9e8ecd3be11d299d" providerId="LiveId" clId="{FF8ABE70-A591-4E79-83BA-F2470D7459FA}" dt="2026-05-05T06:58:41.618" v="2073" actId="20577"/>
        <pc:sldMkLst>
          <pc:docMk/>
          <pc:sldMk cId="1942638779" sldId="267"/>
        </pc:sldMkLst>
        <pc:spChg chg="mod">
          <ac:chgData name="moe ilove" userId="9e8ecd3be11d299d" providerId="LiveId" clId="{FF8ABE70-A591-4E79-83BA-F2470D7459FA}" dt="2026-05-05T06:58:41.618" v="2073" actId="20577"/>
          <ac:spMkLst>
            <pc:docMk/>
            <pc:sldMk cId="1942638779" sldId="267"/>
            <ac:spMk id="6" creationId="{4B9A30E4-87CD-440A-5C34-F1163616E8A4}"/>
          </ac:spMkLst>
        </pc:spChg>
      </pc:sldChg>
      <pc:sldChg chg="delSp modSp add mod">
        <pc:chgData name="moe ilove" userId="9e8ecd3be11d299d" providerId="LiveId" clId="{FF8ABE70-A591-4E79-83BA-F2470D7459FA}" dt="2026-05-05T21:55:34.757" v="2792" actId="20577"/>
        <pc:sldMkLst>
          <pc:docMk/>
          <pc:sldMk cId="2012578473" sldId="268"/>
        </pc:sldMkLst>
        <pc:spChg chg="mod">
          <ac:chgData name="moe ilove" userId="9e8ecd3be11d299d" providerId="LiveId" clId="{FF8ABE70-A591-4E79-83BA-F2470D7459FA}" dt="2026-05-05T06:56:52.481" v="2061" actId="113"/>
          <ac:spMkLst>
            <pc:docMk/>
            <pc:sldMk cId="2012578473" sldId="268"/>
            <ac:spMk id="3" creationId="{53293341-0670-A40E-5279-B7F81E504411}"/>
          </ac:spMkLst>
        </pc:spChg>
        <pc:spChg chg="del">
          <ac:chgData name="moe ilove" userId="9e8ecd3be11d299d" providerId="LiveId" clId="{FF8ABE70-A591-4E79-83BA-F2470D7459FA}" dt="2026-05-05T06:56:24.158" v="2059" actId="478"/>
          <ac:spMkLst>
            <pc:docMk/>
            <pc:sldMk cId="2012578473" sldId="268"/>
            <ac:spMk id="6" creationId="{3D5BD0CA-2613-961E-FD5E-B5D452E15A94}"/>
          </ac:spMkLst>
        </pc:spChg>
        <pc:spChg chg="mod">
          <ac:chgData name="moe ilove" userId="9e8ecd3be11d299d" providerId="LiveId" clId="{FF8ABE70-A591-4E79-83BA-F2470D7459FA}" dt="2026-05-05T21:55:34.757" v="2792" actId="20577"/>
          <ac:spMkLst>
            <pc:docMk/>
            <pc:sldMk cId="2012578473" sldId="268"/>
            <ac:spMk id="20" creationId="{86E7271E-7D1F-0E3A-0AE0-FE6AC0977746}"/>
          </ac:spMkLst>
        </pc:spChg>
        <pc:spChg chg="mod">
          <ac:chgData name="moe ilove" userId="9e8ecd3be11d299d" providerId="LiveId" clId="{FF8ABE70-A591-4E79-83BA-F2470D7459FA}" dt="2026-05-05T06:56:59.926" v="2062" actId="113"/>
          <ac:spMkLst>
            <pc:docMk/>
            <pc:sldMk cId="2012578473" sldId="268"/>
            <ac:spMk id="22" creationId="{861A490C-7C48-5C6F-B999-2711C6951C97}"/>
          </ac:spMkLst>
        </pc:spChg>
        <pc:spChg chg="mod">
          <ac:chgData name="moe ilove" userId="9e8ecd3be11d299d" providerId="LiveId" clId="{FF8ABE70-A591-4E79-83BA-F2470D7459FA}" dt="2026-05-05T21:55:23.438" v="2782" actId="20577"/>
          <ac:spMkLst>
            <pc:docMk/>
            <pc:sldMk cId="2012578473" sldId="268"/>
            <ac:spMk id="34" creationId="{AF5182F7-F09B-24F2-2743-F3C853C9A942}"/>
          </ac:spMkLst>
        </pc:spChg>
      </pc:sldChg>
      <pc:sldChg chg="modSp add mod">
        <pc:chgData name="moe ilove" userId="9e8ecd3be11d299d" providerId="LiveId" clId="{FF8ABE70-A591-4E79-83BA-F2470D7459FA}" dt="2026-05-05T21:55:02.078" v="2772" actId="20577"/>
        <pc:sldMkLst>
          <pc:docMk/>
          <pc:sldMk cId="4100371713" sldId="269"/>
        </pc:sldMkLst>
        <pc:spChg chg="mod">
          <ac:chgData name="moe ilove" userId="9e8ecd3be11d299d" providerId="LiveId" clId="{FF8ABE70-A591-4E79-83BA-F2470D7459FA}" dt="2026-05-05T06:57:43.201" v="2066"/>
          <ac:spMkLst>
            <pc:docMk/>
            <pc:sldMk cId="4100371713" sldId="269"/>
            <ac:spMk id="3" creationId="{73D33ACC-72D3-D1A1-8B16-6EE358C1F3DB}"/>
          </ac:spMkLst>
        </pc:spChg>
        <pc:spChg chg="mod">
          <ac:chgData name="moe ilove" userId="9e8ecd3be11d299d" providerId="LiveId" clId="{FF8ABE70-A591-4E79-83BA-F2470D7459FA}" dt="2026-05-05T21:55:02.078" v="2772" actId="20577"/>
          <ac:spMkLst>
            <pc:docMk/>
            <pc:sldMk cId="4100371713" sldId="269"/>
            <ac:spMk id="20" creationId="{EBB054AF-CC32-8364-0BA6-834E2F0ED471}"/>
          </ac:spMkLst>
        </pc:spChg>
        <pc:spChg chg="mod">
          <ac:chgData name="moe ilove" userId="9e8ecd3be11d299d" providerId="LiveId" clId="{FF8ABE70-A591-4E79-83BA-F2470D7459FA}" dt="2026-05-05T06:58:00.576" v="2067"/>
          <ac:spMkLst>
            <pc:docMk/>
            <pc:sldMk cId="4100371713" sldId="269"/>
            <ac:spMk id="22" creationId="{D60FEE32-9A78-C9DF-64F2-CE2AE377BCDF}"/>
          </ac:spMkLst>
        </pc:spChg>
        <pc:spChg chg="mod">
          <ac:chgData name="moe ilove" userId="9e8ecd3be11d299d" providerId="LiveId" clId="{FF8ABE70-A591-4E79-83BA-F2470D7459FA}" dt="2026-05-05T21:54:42.443" v="2762" actId="20577"/>
          <ac:spMkLst>
            <pc:docMk/>
            <pc:sldMk cId="4100371713" sldId="269"/>
            <ac:spMk id="34" creationId="{E12D92A9-3845-B515-8C50-BCCD0571A370}"/>
          </ac:spMkLst>
        </pc:spChg>
      </pc:sldChg>
      <pc:sldMasterChg chg="modSldLayout">
        <pc:chgData name="moe ilove" userId="9e8ecd3be11d299d" providerId="LiveId" clId="{FF8ABE70-A591-4E79-83BA-F2470D7459FA}" dt="2026-04-24T15:12:30.046" v="127" actId="403"/>
        <pc:sldMasterMkLst>
          <pc:docMk/>
          <pc:sldMasterMk cId="0" sldId="2147483648"/>
        </pc:sldMasterMkLst>
        <pc:sldLayoutChg chg="modSp mod">
          <pc:chgData name="moe ilove" userId="9e8ecd3be11d299d" providerId="LiveId" clId="{FF8ABE70-A591-4E79-83BA-F2470D7459FA}" dt="2026-04-24T15:12:30.046" v="127" actId="403"/>
          <pc:sldLayoutMkLst>
            <pc:docMk/>
            <pc:sldMasterMk cId="0" sldId="2147483648"/>
            <pc:sldLayoutMk cId="0" sldId="2147483650"/>
          </pc:sldLayoutMkLst>
          <pc:spChg chg="mod">
            <ac:chgData name="moe ilove" userId="9e8ecd3be11d299d" providerId="LiveId" clId="{FF8ABE70-A591-4E79-83BA-F2470D7459FA}" dt="2026-04-24T15:12:30.046" v="127" actId="403"/>
            <ac:spMkLst>
              <pc:docMk/>
              <pc:sldMasterMk cId="0" sldId="2147483648"/>
              <pc:sldLayoutMk cId="0" sldId="2147483650"/>
              <ac:spMk id="2" creationId="{00000000-0000-0000-0000-000000000000}"/>
            </ac:spMkLst>
          </pc:spChg>
          <pc:spChg chg="mod">
            <ac:chgData name="moe ilove" userId="9e8ecd3be11d299d" providerId="LiveId" clId="{FF8ABE70-A591-4E79-83BA-F2470D7459FA}" dt="2026-04-24T15:08:48.634" v="121" actId="1036"/>
            <ac:spMkLst>
              <pc:docMk/>
              <pc:sldMasterMk cId="0" sldId="2147483648"/>
              <pc:sldLayoutMk cId="0" sldId="2147483650"/>
              <ac:spMk id="4" creationId="{0AF03BA8-FB14-E90F-E102-E8537A694031}"/>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D424BB82-7EBD-1421-8F33-372C0DD0804A}"/>
              </a:ext>
            </a:extLst>
          </p:cNvPr>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6DF50E50-4D85-FF6C-310C-92131398CFC1}"/>
              </a:ext>
            </a:extLst>
          </p:cNvPr>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9B59B17E-8FC1-4284-95F2-305BD322343E}" type="datetimeFigureOut">
              <a:rPr kumimoji="1" lang="ja-JP" altLang="en-US" smtClean="0"/>
              <a:t>2026/5/6</a:t>
            </a:fld>
            <a:endParaRPr kumimoji="1" lang="ja-JP" altLang="en-US"/>
          </a:p>
        </p:txBody>
      </p:sp>
      <p:sp>
        <p:nvSpPr>
          <p:cNvPr id="4" name="フッター プレースホルダー 3">
            <a:extLst>
              <a:ext uri="{FF2B5EF4-FFF2-40B4-BE49-F238E27FC236}">
                <a16:creationId xmlns:a16="http://schemas.microsoft.com/office/drawing/2014/main" id="{86F58907-4FA8-585A-0618-3074C149D55B}"/>
              </a:ext>
            </a:extLst>
          </p:cNvPr>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0D8237D-B15B-1915-3ACA-16A6332F3DA9}"/>
              </a:ext>
            </a:extLst>
          </p:cNvPr>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295CFB5F-F2F3-4A98-A3A9-F581F889A73C}" type="slidenum">
              <a:rPr kumimoji="1" lang="ja-JP" altLang="en-US" smtClean="0"/>
              <a:t>‹#›</a:t>
            </a:fld>
            <a:endParaRPr kumimoji="1" lang="ja-JP" altLang="en-US"/>
          </a:p>
        </p:txBody>
      </p:sp>
    </p:spTree>
    <p:extLst>
      <p:ext uri="{BB962C8B-B14F-4D97-AF65-F5344CB8AC3E}">
        <p14:creationId xmlns:p14="http://schemas.microsoft.com/office/powerpoint/2010/main" val="311461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3629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明朝 Medium"/>
        <a:ea typeface="BIZ UDP明朝 Medium"/>
        <a:cs typeface="BIZ UDP明朝 Medium"/>
      </a:defRPr>
    </a:lvl1pPr>
    <a:lvl2pPr marL="457200" algn="l" defTabSz="914400" rtl="0" eaLnBrk="1" latinLnBrk="0" hangingPunct="1">
      <a:defRPr kumimoji="1" sz="1200" kern="1200">
        <a:solidFill>
          <a:schemeClr val="tx1"/>
        </a:solidFill>
        <a:latin typeface="BIZ UDP明朝 Medium"/>
        <a:ea typeface="BIZ UDP明朝 Medium"/>
        <a:cs typeface="BIZ UDP明朝 Medium"/>
      </a:defRPr>
    </a:lvl2pPr>
    <a:lvl3pPr marL="914400" algn="l" defTabSz="914400" rtl="0" eaLnBrk="1" latinLnBrk="0" hangingPunct="1">
      <a:defRPr kumimoji="1" sz="1200" kern="1200">
        <a:solidFill>
          <a:schemeClr val="tx1"/>
        </a:solidFill>
        <a:latin typeface="BIZ UDP明朝 Medium"/>
        <a:ea typeface="BIZ UDP明朝 Medium"/>
        <a:cs typeface="BIZ UDP明朝 Medium"/>
      </a:defRPr>
    </a:lvl3pPr>
    <a:lvl4pPr marL="1371600" algn="l" defTabSz="914400" rtl="0" eaLnBrk="1" latinLnBrk="0" hangingPunct="1">
      <a:defRPr kumimoji="1" sz="1200" kern="1200">
        <a:solidFill>
          <a:schemeClr val="tx1"/>
        </a:solidFill>
        <a:latin typeface="BIZ UDP明朝 Medium"/>
        <a:ea typeface="BIZ UDP明朝 Medium"/>
        <a:cs typeface="BIZ UDP明朝 Medium"/>
      </a:defRPr>
    </a:lvl4pPr>
    <a:lvl5pPr marL="1828800" algn="l" defTabSz="914400" rtl="0" eaLnBrk="1" latinLnBrk="0" hangingPunct="1">
      <a:defRPr kumimoji="1" sz="1200" kern="1200">
        <a:solidFill>
          <a:schemeClr val="tx1"/>
        </a:solidFill>
        <a:latin typeface="BIZ UDP明朝 Medium"/>
        <a:ea typeface="BIZ UDP明朝 Medium"/>
        <a:cs typeface="BIZ UDP明朝 Medium"/>
      </a:defRPr>
    </a:lvl5pPr>
    <a:lvl6pPr marL="2286000" algn="l" defTabSz="914400" rtl="0" eaLnBrk="1" latinLnBrk="0" hangingPunct="1">
      <a:defRPr kumimoji="1" sz="1200" kern="1200">
        <a:solidFill>
          <a:schemeClr val="tx1"/>
        </a:solidFill>
        <a:latin typeface="BIZ UDP明朝 Medium"/>
        <a:ea typeface="BIZ UDP明朝 Medium"/>
        <a:cs typeface="BIZ UDP明朝 Medium"/>
      </a:defRPr>
    </a:lvl6pPr>
    <a:lvl7pPr marL="2743200" algn="l" defTabSz="914400" rtl="0" eaLnBrk="1" latinLnBrk="0" hangingPunct="1">
      <a:defRPr kumimoji="1" sz="1200" kern="1200">
        <a:solidFill>
          <a:schemeClr val="tx1"/>
        </a:solidFill>
        <a:latin typeface="BIZ UDP明朝 Medium"/>
        <a:ea typeface="BIZ UDP明朝 Medium"/>
        <a:cs typeface="BIZ UDP明朝 Medium"/>
      </a:defRPr>
    </a:lvl7pPr>
    <a:lvl8pPr marL="3200400" algn="l" defTabSz="914400" rtl="0" eaLnBrk="1" latinLnBrk="0" hangingPunct="1">
      <a:defRPr kumimoji="1" sz="1200" kern="1200">
        <a:solidFill>
          <a:schemeClr val="tx1"/>
        </a:solidFill>
        <a:latin typeface="BIZ UDP明朝 Medium"/>
        <a:ea typeface="BIZ UDP明朝 Medium"/>
        <a:cs typeface="BIZ UDP明朝 Medium"/>
      </a:defRPr>
    </a:lvl8pPr>
    <a:lvl9pPr marL="3657600" algn="l" defTabSz="914400" rtl="0" eaLnBrk="1" latinLnBrk="0" hangingPunct="1">
      <a:defRPr kumimoji="1" sz="1200" kern="1200">
        <a:solidFill>
          <a:schemeClr val="tx1"/>
        </a:solidFill>
        <a:latin typeface="BIZ UDP明朝 Medium"/>
        <a:ea typeface="BIZ UDP明朝 Medium"/>
        <a:cs typeface="BIZ UDP明朝 Medium"/>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259F4-5D1B-330C-9BEE-3FCC4B54A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B4D9C-F630-906B-6D7C-2F6E77483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DF198-25CE-6303-4965-A4BA655018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998AD8-EF4C-B4EA-15DC-0863E5F2BB7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308671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DF9E-D887-8B08-C986-30EE46E66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633B3-B96D-D334-B85B-4CB4EDCE4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7E51A-0AE8-D8C3-194C-95151F25DD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1AFBA6-FC3B-2DC4-D812-88D4A4FA138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362692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FEDF3-EC87-639A-2AC8-04A90806E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37EE1-96D8-77D3-9082-BA69E6387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56F38-6A97-6B38-C4DD-4ED2E437B9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F49F2E-B706-B049-EC03-A3B3CA59317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82419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2EDC3-C44F-9442-8F0D-1B57859DF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FBF8C-5994-EA06-3463-6B7CAF665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F6AC1-CB5D-0625-0CC8-DB37BFAE2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EBD313-D953-A2A4-656A-A077E73F6F2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79890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C1607-C66D-5382-F267-495EBADB1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C387A-6887-423C-2E9F-4AECB23D5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A8494-3F1B-4535-FDB9-F251C17E23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DE26FD-CAA3-5ED5-C99B-BA15C398452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0977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03504" y="256032"/>
            <a:ext cx="2011680" cy="201168"/>
          </a:xfrm>
          <a:prstGeom prst="rect">
            <a:avLst/>
          </a:prstGeom>
          <a:noFill/>
          <a:ln/>
        </p:spPr>
        <p:txBody>
          <a:bodyPr wrap="square" rtlCol="0" anchor="ctr"/>
          <a:lstStyle/>
          <a:p>
            <a:pPr marL="0" indent="0">
              <a:buNone/>
            </a:pPr>
            <a:r>
              <a:rPr lang="en-US" sz="900" dirty="0">
                <a:solidFill>
                  <a:srgbClr val="A78A5A"/>
                </a:solidFill>
                <a:latin typeface="BIZ UDP明朝 Medium"/>
                <a:ea typeface="BIZ UDP明朝 Medium"/>
                <a:cs typeface="BIZ UDP明朝 Medium" pitchFamily="34" charset="-120"/>
              </a:rPr>
              <a:t>AI Visualization Report</a:t>
            </a:r>
            <a:endParaRPr lang="en-US" sz="900" dirty="0">
              <a:latin typeface="BIZ UDP明朝 Medium"/>
              <a:ea typeface="BIZ UDP明朝 Medium"/>
            </a:endParaRPr>
          </a:p>
        </p:txBody>
      </p:sp>
      <p:sp>
        <p:nvSpPr>
          <p:cNvPr id="4" name="字幕 2">
            <a:extLst>
              <a:ext uri="{FF2B5EF4-FFF2-40B4-BE49-F238E27FC236}">
                <a16:creationId xmlns:a16="http://schemas.microsoft.com/office/drawing/2014/main" id="{0AF03BA8-FB14-E90F-E102-E8537A694031}"/>
              </a:ext>
            </a:extLst>
          </p:cNvPr>
          <p:cNvSpPr txBox="1">
            <a:spLocks/>
          </p:cNvSpPr>
          <p:nvPr userDrawn="1"/>
        </p:nvSpPr>
        <p:spPr>
          <a:xfrm>
            <a:off x="7034346" y="6303080"/>
            <a:ext cx="4319230" cy="3376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BIZ UDP明朝 Medium" panose="020B0604020202020204" pitchFamily="34" charset="0"/>
              <a:buNone/>
              <a:defRPr kumimoji="1" sz="2400" kern="1200">
                <a:solidFill>
                  <a:schemeClr val="tx1"/>
                </a:solidFill>
                <a:latin typeface="BIZ UDP明朝 Medium"/>
                <a:ea typeface="BIZ UDP明朝 Medium"/>
                <a:cs typeface="BIZ UDP明朝 Medium"/>
              </a:defRPr>
            </a:lvl1pPr>
            <a:lvl2pPr marL="457200" indent="0" algn="ctr" defTabSz="914400" rtl="0" eaLnBrk="1" latinLnBrk="0" hangingPunct="1">
              <a:lnSpc>
                <a:spcPct val="90000"/>
              </a:lnSpc>
              <a:spcBef>
                <a:spcPts val="500"/>
              </a:spcBef>
              <a:buFont typeface="BIZ UDP明朝 Medium" panose="020B0604020202020204" pitchFamily="34" charset="0"/>
              <a:buNone/>
              <a:defRPr kumimoji="1" sz="2000" kern="1200">
                <a:solidFill>
                  <a:schemeClr val="tx1"/>
                </a:solidFill>
                <a:latin typeface="BIZ UDP明朝 Medium"/>
                <a:ea typeface="BIZ UDP明朝 Medium"/>
                <a:cs typeface="BIZ UDP明朝 Medium"/>
              </a:defRPr>
            </a:lvl2pPr>
            <a:lvl3pPr marL="914400" indent="0" algn="ctr" defTabSz="914400" rtl="0" eaLnBrk="1" latinLnBrk="0" hangingPunct="1">
              <a:lnSpc>
                <a:spcPct val="90000"/>
              </a:lnSpc>
              <a:spcBef>
                <a:spcPts val="500"/>
              </a:spcBef>
              <a:buFont typeface="BIZ UDP明朝 Medium" panose="020B0604020202020204" pitchFamily="34" charset="0"/>
              <a:buNone/>
              <a:defRPr kumimoji="1" sz="1800" kern="1200">
                <a:solidFill>
                  <a:schemeClr val="tx1"/>
                </a:solidFill>
                <a:latin typeface="BIZ UDP明朝 Medium"/>
                <a:ea typeface="BIZ UDP明朝 Medium"/>
                <a:cs typeface="BIZ UDP明朝 Medium"/>
              </a:defRPr>
            </a:lvl3pPr>
            <a:lvl4pPr marL="1371600" indent="0" algn="ctr" defTabSz="914400" rtl="0" eaLnBrk="1" latinLnBrk="0" hangingPunct="1">
              <a:lnSpc>
                <a:spcPct val="90000"/>
              </a:lnSpc>
              <a:spcBef>
                <a:spcPts val="500"/>
              </a:spcBef>
              <a:buFont typeface="BIZ UDP明朝 Medium" panose="020B0604020202020204" pitchFamily="34" charset="0"/>
              <a:buNone/>
              <a:defRPr kumimoji="1" sz="1600" kern="1200">
                <a:solidFill>
                  <a:schemeClr val="tx1"/>
                </a:solidFill>
                <a:latin typeface="BIZ UDP明朝 Medium"/>
                <a:ea typeface="BIZ UDP明朝 Medium"/>
                <a:cs typeface="BIZ UDP明朝 Medium"/>
              </a:defRPr>
            </a:lvl4pPr>
            <a:lvl5pPr marL="1828800" indent="0" algn="ctr" defTabSz="914400" rtl="0" eaLnBrk="1" latinLnBrk="0" hangingPunct="1">
              <a:lnSpc>
                <a:spcPct val="90000"/>
              </a:lnSpc>
              <a:spcBef>
                <a:spcPts val="500"/>
              </a:spcBef>
              <a:buFont typeface="BIZ UDP明朝 Medium" panose="020B0604020202020204" pitchFamily="34" charset="0"/>
              <a:buNone/>
              <a:defRPr kumimoji="1" sz="1600" kern="1200">
                <a:solidFill>
                  <a:schemeClr val="tx1"/>
                </a:solidFill>
                <a:latin typeface="BIZ UDP明朝 Medium"/>
                <a:ea typeface="BIZ UDP明朝 Medium"/>
                <a:cs typeface="BIZ UDP明朝 Medium"/>
              </a:defRPr>
            </a:lvl5pPr>
            <a:lvl6pPr marL="2286000" indent="0" algn="ctr" defTabSz="914400" rtl="0" eaLnBrk="1" latinLnBrk="0" hangingPunct="1">
              <a:lnSpc>
                <a:spcPct val="90000"/>
              </a:lnSpc>
              <a:spcBef>
                <a:spcPts val="500"/>
              </a:spcBef>
              <a:buFont typeface="BIZ UDP明朝 Medium" panose="020B0604020202020204" pitchFamily="34" charset="0"/>
              <a:buNone/>
              <a:defRPr kumimoji="1" sz="1600" kern="1200">
                <a:solidFill>
                  <a:schemeClr val="tx1"/>
                </a:solidFill>
                <a:latin typeface="BIZ UDP明朝 Medium"/>
                <a:ea typeface="BIZ UDP明朝 Medium"/>
                <a:cs typeface="BIZ UDP明朝 Medium"/>
              </a:defRPr>
            </a:lvl6pPr>
            <a:lvl7pPr marL="2743200" indent="0" algn="ctr" defTabSz="914400" rtl="0" eaLnBrk="1" latinLnBrk="0" hangingPunct="1">
              <a:lnSpc>
                <a:spcPct val="90000"/>
              </a:lnSpc>
              <a:spcBef>
                <a:spcPts val="500"/>
              </a:spcBef>
              <a:buFont typeface="BIZ UDP明朝 Medium" panose="020B0604020202020204" pitchFamily="34" charset="0"/>
              <a:buNone/>
              <a:defRPr kumimoji="1" sz="1600" kern="1200">
                <a:solidFill>
                  <a:schemeClr val="tx1"/>
                </a:solidFill>
                <a:latin typeface="BIZ UDP明朝 Medium"/>
                <a:ea typeface="BIZ UDP明朝 Medium"/>
                <a:cs typeface="BIZ UDP明朝 Medium"/>
              </a:defRPr>
            </a:lvl7pPr>
            <a:lvl8pPr marL="3200400" indent="0" algn="ctr" defTabSz="914400" rtl="0" eaLnBrk="1" latinLnBrk="0" hangingPunct="1">
              <a:lnSpc>
                <a:spcPct val="90000"/>
              </a:lnSpc>
              <a:spcBef>
                <a:spcPts val="500"/>
              </a:spcBef>
              <a:buFont typeface="BIZ UDP明朝 Medium" panose="020B0604020202020204" pitchFamily="34" charset="0"/>
              <a:buNone/>
              <a:defRPr kumimoji="1" sz="1600" kern="1200">
                <a:solidFill>
                  <a:schemeClr val="tx1"/>
                </a:solidFill>
                <a:latin typeface="BIZ UDP明朝 Medium"/>
                <a:ea typeface="BIZ UDP明朝 Medium"/>
                <a:cs typeface="BIZ UDP明朝 Medium"/>
              </a:defRPr>
            </a:lvl8pPr>
            <a:lvl9pPr marL="3657600" indent="0" algn="ctr" defTabSz="914400" rtl="0" eaLnBrk="1" latinLnBrk="0" hangingPunct="1">
              <a:lnSpc>
                <a:spcPct val="90000"/>
              </a:lnSpc>
              <a:spcBef>
                <a:spcPts val="500"/>
              </a:spcBef>
              <a:buFont typeface="BIZ UDP明朝 Medium" panose="020B0604020202020204" pitchFamily="34" charset="0"/>
              <a:buNone/>
              <a:defRPr kumimoji="1" sz="1600" kern="1200">
                <a:solidFill>
                  <a:schemeClr val="tx1"/>
                </a:solidFill>
                <a:latin typeface="BIZ UDP明朝 Medium"/>
                <a:ea typeface="BIZ UDP明朝 Medium"/>
                <a:cs typeface="BIZ UDP明朝 Medium"/>
              </a:defRPr>
            </a:lvl9pPr>
          </a:lstStyle>
          <a:p>
            <a:pPr algn="r">
              <a:lnSpc>
                <a:spcPct val="100000"/>
              </a:lnSpc>
            </a:pPr>
            <a:r>
              <a:rPr lang="en-US" altLang="ja-JP" sz="1050" spc="300" dirty="0">
                <a:solidFill>
                  <a:srgbClr val="A78A5A"/>
                </a:solidFill>
                <a:latin typeface="BIZ UDP明朝 Medium" panose="02000000000000000000" pitchFamily="2" charset="0"/>
                <a:ea typeface="BIZ UDP明朝 Medium" panose="02020600000000000000" pitchFamily="18" charset="-128"/>
              </a:rPr>
              <a:t>T L C imagine</a:t>
            </a:r>
            <a:endParaRPr lang="ja-JP" altLang="en-US" sz="1050" spc="300" dirty="0">
              <a:solidFill>
                <a:srgbClr val="A78A5A"/>
              </a:solidFill>
              <a:latin typeface="BIZ UDP明朝 Medium" panose="02000000000000000000" pitchFamily="2" charset="0"/>
              <a:ea typeface="BIZ UDP明朝 Medium" panose="02020600000000000000" pitchFamily="18" charset="-128"/>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BIZ UDP明朝 Medium"/>
          <a:ea typeface="BIZ UDP明朝 Medium"/>
          <a:cs typeface="BIZ UDP明朝 Medium"/>
        </a:defRPr>
      </a:lvl1pPr>
    </p:titleStyle>
    <p:bodyStyle>
      <a:lvl1pPr marL="342900" indent="-342900" algn="l" defTabSz="914400" rtl="0" eaLnBrk="1" latinLnBrk="0" hangingPunct="1">
        <a:spcBef>
          <a:spcPct val="20000"/>
        </a:spcBef>
        <a:buFont typeface="BIZ UDP明朝 Medium" pitchFamily="34" charset="0"/>
        <a:buChar char="•"/>
        <a:defRPr sz="3200" kern="1200">
          <a:solidFill>
            <a:schemeClr val="tx1"/>
          </a:solidFill>
          <a:latin typeface="BIZ UDP明朝 Medium"/>
          <a:ea typeface="BIZ UDP明朝 Medium"/>
          <a:cs typeface="BIZ UDP明朝 Medium"/>
        </a:defRPr>
      </a:lvl1pPr>
      <a:lvl2pPr marL="742950" indent="-285750" algn="l" defTabSz="914400" rtl="0" eaLnBrk="1" latinLnBrk="0" hangingPunct="1">
        <a:spcBef>
          <a:spcPct val="20000"/>
        </a:spcBef>
        <a:buFont typeface="BIZ UDP明朝 Medium" pitchFamily="34" charset="0"/>
        <a:buChar char="–"/>
        <a:defRPr sz="2800" kern="1200">
          <a:solidFill>
            <a:schemeClr val="tx1"/>
          </a:solidFill>
          <a:latin typeface="BIZ UDP明朝 Medium"/>
          <a:ea typeface="BIZ UDP明朝 Medium"/>
          <a:cs typeface="BIZ UDP明朝 Medium"/>
        </a:defRPr>
      </a:lvl2pPr>
      <a:lvl3pPr marL="1143000" indent="-228600" algn="l" defTabSz="914400" rtl="0" eaLnBrk="1" latinLnBrk="0" hangingPunct="1">
        <a:spcBef>
          <a:spcPct val="20000"/>
        </a:spcBef>
        <a:buFont typeface="BIZ UDP明朝 Medium" pitchFamily="34" charset="0"/>
        <a:buChar char="•"/>
        <a:defRPr sz="2400" kern="1200">
          <a:solidFill>
            <a:schemeClr val="tx1"/>
          </a:solidFill>
          <a:latin typeface="BIZ UDP明朝 Medium"/>
          <a:ea typeface="BIZ UDP明朝 Medium"/>
          <a:cs typeface="BIZ UDP明朝 Medium"/>
        </a:defRPr>
      </a:lvl3pPr>
      <a:lvl4pPr marL="1600200" indent="-228600" algn="l" defTabSz="914400" rtl="0" eaLnBrk="1" latinLnBrk="0" hangingPunct="1">
        <a:spcBef>
          <a:spcPct val="20000"/>
        </a:spcBef>
        <a:buFont typeface="BIZ UDP明朝 Medium" pitchFamily="34" charset="0"/>
        <a:buChar char="–"/>
        <a:defRPr sz="2000" kern="1200">
          <a:solidFill>
            <a:schemeClr val="tx1"/>
          </a:solidFill>
          <a:latin typeface="BIZ UDP明朝 Medium"/>
          <a:ea typeface="BIZ UDP明朝 Medium"/>
          <a:cs typeface="BIZ UDP明朝 Medium"/>
        </a:defRPr>
      </a:lvl4pPr>
      <a:lvl5pPr marL="2057400" indent="-228600" algn="l" defTabSz="914400" rtl="0" eaLnBrk="1" latinLnBrk="0" hangingPunct="1">
        <a:spcBef>
          <a:spcPct val="20000"/>
        </a:spcBef>
        <a:buFont typeface="BIZ UDP明朝 Medium" pitchFamily="34" charset="0"/>
        <a:buChar char="»"/>
        <a:defRPr sz="2000" kern="1200">
          <a:solidFill>
            <a:schemeClr val="tx1"/>
          </a:solidFill>
          <a:latin typeface="BIZ UDP明朝 Medium"/>
          <a:ea typeface="BIZ UDP明朝 Medium"/>
          <a:cs typeface="BIZ UDP明朝 Medium"/>
        </a:defRPr>
      </a:lvl5pPr>
      <a:lvl6pPr marL="2514600" indent="-228600" algn="l" defTabSz="914400" rtl="0" eaLnBrk="1" latinLnBrk="0" hangingPunct="1">
        <a:spcBef>
          <a:spcPct val="20000"/>
        </a:spcBef>
        <a:buFont typeface="BIZ UDP明朝 Medium" pitchFamily="34" charset="0"/>
        <a:buChar char="•"/>
        <a:defRPr sz="2000" kern="1200">
          <a:solidFill>
            <a:schemeClr val="tx1"/>
          </a:solidFill>
          <a:latin typeface="BIZ UDP明朝 Medium"/>
          <a:ea typeface="BIZ UDP明朝 Medium"/>
          <a:cs typeface="BIZ UDP明朝 Medium"/>
        </a:defRPr>
      </a:lvl6pPr>
      <a:lvl7pPr marL="2971800" indent="-228600" algn="l" defTabSz="914400" rtl="0" eaLnBrk="1" latinLnBrk="0" hangingPunct="1">
        <a:spcBef>
          <a:spcPct val="20000"/>
        </a:spcBef>
        <a:buFont typeface="BIZ UDP明朝 Medium" pitchFamily="34" charset="0"/>
        <a:buChar char="•"/>
        <a:defRPr sz="2000" kern="1200">
          <a:solidFill>
            <a:schemeClr val="tx1"/>
          </a:solidFill>
          <a:latin typeface="BIZ UDP明朝 Medium"/>
          <a:ea typeface="BIZ UDP明朝 Medium"/>
          <a:cs typeface="BIZ UDP明朝 Medium"/>
        </a:defRPr>
      </a:lvl7pPr>
      <a:lvl8pPr marL="3429000" indent="-228600" algn="l" defTabSz="914400" rtl="0" eaLnBrk="1" latinLnBrk="0" hangingPunct="1">
        <a:spcBef>
          <a:spcPct val="20000"/>
        </a:spcBef>
        <a:buFont typeface="BIZ UDP明朝 Medium" pitchFamily="34" charset="0"/>
        <a:buChar char="•"/>
        <a:defRPr sz="2000" kern="1200">
          <a:solidFill>
            <a:schemeClr val="tx1"/>
          </a:solidFill>
          <a:latin typeface="BIZ UDP明朝 Medium"/>
          <a:ea typeface="BIZ UDP明朝 Medium"/>
          <a:cs typeface="BIZ UDP明朝 Medium"/>
        </a:defRPr>
      </a:lvl8pPr>
      <a:lvl9pPr marL="3886200" indent="-228600" algn="l" defTabSz="914400" rtl="0" eaLnBrk="1" latinLnBrk="0" hangingPunct="1">
        <a:spcBef>
          <a:spcPct val="20000"/>
        </a:spcBef>
        <a:buFont typeface="BIZ UDP明朝 Medium" pitchFamily="34" charset="0"/>
        <a:buChar char="•"/>
        <a:defRPr sz="2000" kern="1200">
          <a:solidFill>
            <a:schemeClr val="tx1"/>
          </a:solidFill>
          <a:latin typeface="BIZ UDP明朝 Medium"/>
          <a:ea typeface="BIZ UDP明朝 Medium"/>
          <a:cs typeface="BIZ UDP明朝 Medium"/>
        </a:defRPr>
      </a:lvl9pPr>
    </p:bodyStyle>
    <p:otherStyle>
      <a:defPPr>
        <a:defRPr lang="en-US"/>
      </a:defPPr>
      <a:lvl1pPr marL="0" algn="l" defTabSz="914400" rtl="0" eaLnBrk="1" latinLnBrk="0" hangingPunct="1">
        <a:defRPr sz="1800" kern="1200">
          <a:solidFill>
            <a:schemeClr val="tx1"/>
          </a:solidFill>
          <a:latin typeface="BIZ UDP明朝 Medium"/>
          <a:ea typeface="BIZ UDP明朝 Medium"/>
          <a:cs typeface="BIZ UDP明朝 Medium"/>
        </a:defRPr>
      </a:lvl1pPr>
      <a:lvl2pPr marL="457200" algn="l" defTabSz="914400" rtl="0" eaLnBrk="1" latinLnBrk="0" hangingPunct="1">
        <a:defRPr sz="1800" kern="1200">
          <a:solidFill>
            <a:schemeClr val="tx1"/>
          </a:solidFill>
          <a:latin typeface="BIZ UDP明朝 Medium"/>
          <a:ea typeface="BIZ UDP明朝 Medium"/>
          <a:cs typeface="BIZ UDP明朝 Medium"/>
        </a:defRPr>
      </a:lvl2pPr>
      <a:lvl3pPr marL="914400" algn="l" defTabSz="914400" rtl="0" eaLnBrk="1" latinLnBrk="0" hangingPunct="1">
        <a:defRPr sz="1800" kern="1200">
          <a:solidFill>
            <a:schemeClr val="tx1"/>
          </a:solidFill>
          <a:latin typeface="BIZ UDP明朝 Medium"/>
          <a:ea typeface="BIZ UDP明朝 Medium"/>
          <a:cs typeface="BIZ UDP明朝 Medium"/>
        </a:defRPr>
      </a:lvl3pPr>
      <a:lvl4pPr marL="1371600" algn="l" defTabSz="914400" rtl="0" eaLnBrk="1" latinLnBrk="0" hangingPunct="1">
        <a:defRPr sz="1800" kern="1200">
          <a:solidFill>
            <a:schemeClr val="tx1"/>
          </a:solidFill>
          <a:latin typeface="BIZ UDP明朝 Medium"/>
          <a:ea typeface="BIZ UDP明朝 Medium"/>
          <a:cs typeface="BIZ UDP明朝 Medium"/>
        </a:defRPr>
      </a:lvl4pPr>
      <a:lvl5pPr marL="1828800" algn="l" defTabSz="914400" rtl="0" eaLnBrk="1" latinLnBrk="0" hangingPunct="1">
        <a:defRPr sz="1800" kern="1200">
          <a:solidFill>
            <a:schemeClr val="tx1"/>
          </a:solidFill>
          <a:latin typeface="BIZ UDP明朝 Medium"/>
          <a:ea typeface="BIZ UDP明朝 Medium"/>
          <a:cs typeface="BIZ UDP明朝 Medium"/>
        </a:defRPr>
      </a:lvl5pPr>
      <a:lvl6pPr marL="2286000" algn="l" defTabSz="914400" rtl="0" eaLnBrk="1" latinLnBrk="0" hangingPunct="1">
        <a:defRPr sz="1800" kern="1200">
          <a:solidFill>
            <a:schemeClr val="tx1"/>
          </a:solidFill>
          <a:latin typeface="BIZ UDP明朝 Medium"/>
          <a:ea typeface="BIZ UDP明朝 Medium"/>
          <a:cs typeface="BIZ UDP明朝 Medium"/>
        </a:defRPr>
      </a:lvl6pPr>
      <a:lvl7pPr marL="2743200" algn="l" defTabSz="914400" rtl="0" eaLnBrk="1" latinLnBrk="0" hangingPunct="1">
        <a:defRPr sz="1800" kern="1200">
          <a:solidFill>
            <a:schemeClr val="tx1"/>
          </a:solidFill>
          <a:latin typeface="BIZ UDP明朝 Medium"/>
          <a:ea typeface="BIZ UDP明朝 Medium"/>
          <a:cs typeface="BIZ UDP明朝 Medium"/>
        </a:defRPr>
      </a:lvl7pPr>
      <a:lvl8pPr marL="3200400" algn="l" defTabSz="914400" rtl="0" eaLnBrk="1" latinLnBrk="0" hangingPunct="1">
        <a:defRPr sz="1800" kern="1200">
          <a:solidFill>
            <a:schemeClr val="tx1"/>
          </a:solidFill>
          <a:latin typeface="BIZ UDP明朝 Medium"/>
          <a:ea typeface="BIZ UDP明朝 Medium"/>
          <a:cs typeface="BIZ UDP明朝 Medium"/>
        </a:defRPr>
      </a:lvl8pPr>
      <a:lvl9pPr marL="3657600" algn="l" defTabSz="914400" rtl="0" eaLnBrk="1" latinLnBrk="0" hangingPunct="1">
        <a:defRPr sz="1800" kern="1200">
          <a:solidFill>
            <a:schemeClr val="tx1"/>
          </a:solidFill>
          <a:latin typeface="BIZ UDP明朝 Medium"/>
          <a:ea typeface="BIZ UDP明朝 Medium"/>
          <a:cs typeface="BIZ UDP明朝 Medium"/>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ns2="http://schemas.microsoft.com/office/drawing/2014/main" xmlns:p="http://schemas.openxmlformats.org/presentationml/2006/main">
  <p:cSld name="Slide 1">
    <p:bg>
      <p:bgPr>
        <a:solidFill>
          <a:srgbClr val="F7F4EE"/>
        </a:solidFill>
        <a:effectLst/>
      </p:bgPr>
    </p:bg>
    <p:spTree>
      <p:nvGrpSpPr>
        <p:cNvPr id="1" name=""/>
        <p:cNvGrpSpPr/>
        <p:nvPr/>
      </p:nvGrpSpPr>
      <p:grpSpPr>
        <a:xfrm>
          <a:off x="0" y="0"/>
          <a:ext cx="0" cy="0"/>
          <a:chOff x="0" y="0"/>
          <a:chExt cx="0" cy="0"/>
        </a:xfrm>
      </p:grpSpPr>
      <p:grpSp>
        <p:nvGrpSpPr>
          <p:cNvPr id="18" name="グループ化 17">
            <a:extLst>
              <a:ext uri="{FF2B5EF4-FFF2-40B4-BE49-F238E27FC236}">
                <ns2:creationId id="{784FEE0F-6C64-8F19-CEAA-E333F28D9181}"/>
              </a:ext>
            </a:extLst>
          </p:cNvPr>
          <p:cNvGrpSpPr/>
          <p:nvPr/>
        </p:nvGrpSpPr>
        <p:grpSpPr>
          <a:xfrm>
            <a:off x="568124" y="753324"/>
            <a:ext cx="11055752" cy="5351352"/>
            <a:chOff x="560176" y="745824"/>
            <a:chExt cx="11055752" cy="5351352"/>
          </a:xfrm>
        </p:grpSpPr>
        <p:sp>
          <p:nvSpPr>
            <p:cNvPr id="2" name="Shape 0"/>
            <p:cNvSpPr/>
            <p:nvPr/>
          </p:nvSpPr>
          <p:spPr>
            <a:xfrm>
              <a:off x="560176" y="885096"/>
              <a:ext cx="45720" cy="5212080"/>
            </a:xfrm>
            <a:prstGeom prst="rect">
              <a:avLst/>
            </a:prstGeom>
            <a:solidFill>
              <a:srgbClr val="A78A5A"/>
            </a:solidFill>
            <a:ln w="12700">
              <a:solidFill>
                <a:srgbClr val="A78A5A"/>
              </a:solidFill>
              <a:prstDash val="solid"/>
            </a:ln>
          </p:spPr>
        </p:sp>
        <p:sp>
          <p:nvSpPr>
            <p:cNvPr id="3" name="Text 1"/>
            <p:cNvSpPr/>
            <p:nvPr/>
          </p:nvSpPr>
          <p:spPr>
            <a:xfrm>
              <a:off x="960120" y="745824"/>
              <a:ext cx="4119879" cy="566928"/>
            </a:xfrm>
            <a:prstGeom prst="rect">
              <a:avLst/>
            </a:prstGeom>
            <a:noFill/>
            <a:ln/>
          </p:spPr>
          <p:txBody>
            <a:bodyPr wrap="square" lIns="0" tIns="0" rIns="0" bIns="0" rtlCol="0" anchor="ctr"/>
            <a:lstStyle/>
            <a:p>
              <a:pPr marL="0" indent="0">
                <a:buNone/>
              </a:pPr>
              <a:r>
                <a:rPr lang="en-US" sz="2600" spc="300" dirty="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AI</a:t>
              </a:r>
              <a:r>
                <a:rPr lang="ja-JP" altLang="en-US" sz="2600" spc="300" dirty="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活用能力評価レポート</a:t>
              </a:r>
              <a:endParaRPr lang="en-US" sz="2600" spc="300" dirty="0">
                <a:latin typeface="BIZ UDP明朝 Medium" panose="02020500000000000000" pitchFamily="18" charset="-128"/>
                <a:ea typeface="BIZ UDP明朝 Medium" panose="02020500000000000000" pitchFamily="18" charset="-128"/>
                <a:cs typeface="BIZ UDP明朝 Medium"/>
              </a:endParaRPr>
            </a:p>
          </p:txBody>
        </p:sp>
        <p:sp>
          <p:nvSpPr>
            <p:cNvPr id="5" name="Shape 3"/>
            <p:cNvSpPr/>
            <p:nvPr/>
          </p:nvSpPr>
          <p:spPr>
            <a:xfrm>
              <a:off x="944878" y="1413818"/>
              <a:ext cx="10448545" cy="0"/>
            </a:xfrm>
            <a:prstGeom prst="line">
              <a:avLst/>
            </a:prstGeom>
            <a:noFill/>
            <a:ln w="15240">
              <a:solidFill>
                <a:srgbClr val="D9D0C3"/>
              </a:solidFill>
              <a:prstDash val="solid"/>
            </a:ln>
          </p:spPr>
        </p:sp>
        <p:grpSp>
          <p:nvGrpSpPr>
            <p:cNvPr id="23" name="グループ化 22">
              <a:extLst>
                <a:ext uri="{FF2B5EF4-FFF2-40B4-BE49-F238E27FC236}">
                  <ns2:creationId id="{8E16794C-9034-9EE8-5FE8-A6068CB20A62}"/>
                </a:ext>
              </a:extLst>
            </p:cNvPr>
            <p:cNvGrpSpPr/>
            <p:nvPr/>
          </p:nvGrpSpPr>
          <p:grpSpPr>
            <a:xfrm>
              <a:off x="944878" y="3006657"/>
              <a:ext cx="10671050" cy="310896"/>
              <a:chOff x="960120" y="2089816"/>
              <a:chExt cx="10671050" cy="310896"/>
            </a:xfrm>
          </p:grpSpPr>
          <p:sp>
            <p:nvSpPr>
              <p:cNvPr id="6" name="Text 4"/>
              <p:cNvSpPr/>
              <p:nvPr/>
            </p:nvSpPr>
            <p:spPr>
              <a:xfrm>
                <a:off x="960120" y="2172621"/>
                <a:ext cx="1280160" cy="164592"/>
              </a:xfrm>
              <a:prstGeom prst="rect">
                <a:avLst/>
              </a:prstGeom>
              <a:noFill/>
              <a:ln/>
            </p:spPr>
            <p:txBody>
              <a:bodyPr wrap="square" lIns="0" tIns="0" rIns="0" bIns="0" rtlCol="0" anchor="ctr"/>
              <a:lstStyle/>
              <a:p>
                <a:pPr marL="0" indent="0">
                  <a:buNone/>
                </a:pPr>
                <a:r>
                  <a:rPr lang="ja-JP" altLang="en-US" sz="1200" dirty="0">
                    <a:latin typeface="BIZ UDP明朝 Medium" panose="02020500000000000000" pitchFamily="18" charset="-128"/>
                    <a:ea typeface="BIZ UDP明朝 Medium" panose="02020500000000000000" pitchFamily="18" charset="-128"/>
                    <a:cs typeface="BIZ UDP明朝 Medium"/>
                  </a:rPr>
                  <a:t>対象アウトプット </a:t>
                </a:r>
                <a:r>
                  <a:rPr lang="en-US" altLang="ja-JP" sz="1200" dirty="0">
                    <a:latin typeface="BIZ UDP明朝 Medium" panose="02020500000000000000" pitchFamily="18" charset="-128"/>
                    <a:ea typeface="BIZ UDP明朝 Medium" panose="02020500000000000000" pitchFamily="18" charset="-128"/>
                    <a:cs typeface="BIZ UDP明朝 Medium"/>
                  </a:rPr>
                  <a:t>: </a:t>
                </a:r>
                <a:endParaRPr lang="en-US" sz="1200" dirty="0">
                  <a:latin typeface="BIZ UDP明朝 Medium" panose="02020500000000000000" pitchFamily="18" charset="-128"/>
                  <a:ea typeface="BIZ UDP明朝 Medium" panose="02020500000000000000" pitchFamily="18" charset="-128"/>
                  <a:cs typeface="BIZ UDP明朝 Medium"/>
                </a:endParaRPr>
              </a:p>
            </p:txBody>
          </p:sp>
          <p:sp>
            <p:nvSpPr>
              <p:cNvPr id="7" name="Text 5"/>
              <p:cNvSpPr/>
              <p:nvPr/>
            </p:nvSpPr>
            <p:spPr>
              <a:xfrm>
                <a:off x="2300280" y="2089816"/>
                <a:ext cx="9330890" cy="310896"/>
              </a:xfrm>
              <a:prstGeom prst="rect">
                <a:avLst/>
              </a:prstGeom>
              <a:noFill/>
              <a:ln/>
            </p:spPr>
            <p:txBody>
              <a:bodyPr wrap="square" lIns="0" tIns="0" rIns="0" bIns="0" rtlCol="0" anchor="ctr"/>
              <a:lstStyle/>
              <a:p>
                <a:pPr marL="0" indent="0">
                  <a:buNone/>
                </a:pPr>
                <a:r>
                  <a:rPr lang="ja-JP" altLang="en-US" sz="1400" spc="300" dirty="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AI活用能力可視化システムLP Web 有料導線</a:t>
                </a:r>
                <a:endParaRPr lang="en-US" sz="1400" spc="300" dirty="0">
                  <a:latin typeface="BIZ UDP明朝 Medium" panose="02020500000000000000" pitchFamily="18" charset="-128"/>
                  <a:ea typeface="BIZ UDP明朝 Medium" panose="02020500000000000000" pitchFamily="18" charset="-128"/>
                  <a:cs typeface="BIZ UDP明朝 Medium"/>
                </a:endParaRPr>
              </a:p>
            </p:txBody>
          </p:sp>
        </p:grpSp>
        <p:grpSp>
          <p:nvGrpSpPr>
            <p:cNvPr id="24" name="グループ化 23">
              <a:extLst>
                <a:ext uri="{FF2B5EF4-FFF2-40B4-BE49-F238E27FC236}">
                  <ns2:creationId id="{B950FD68-A458-1135-D707-8949872A3F3E}"/>
                </a:ext>
              </a:extLst>
            </p:cNvPr>
            <p:cNvGrpSpPr/>
            <p:nvPr/>
          </p:nvGrpSpPr>
          <p:grpSpPr>
            <a:xfrm>
              <a:off x="960120" y="1698273"/>
              <a:ext cx="2907839" cy="201168"/>
              <a:chOff x="954534" y="2033579"/>
              <a:chExt cx="2907839" cy="201168"/>
            </a:xfrm>
          </p:grpSpPr>
          <p:sp>
            <p:nvSpPr>
              <p:cNvPr id="8" name="Text 6"/>
              <p:cNvSpPr/>
              <p:nvPr/>
            </p:nvSpPr>
            <p:spPr>
              <a:xfrm>
                <a:off x="954534" y="2057310"/>
                <a:ext cx="754166" cy="164592"/>
              </a:xfrm>
              <a:prstGeom prst="rect">
                <a:avLst/>
              </a:prstGeom>
              <a:noFill/>
              <a:ln/>
            </p:spPr>
            <p:txBody>
              <a:bodyPr wrap="square" lIns="0" tIns="0" rIns="0" bIns="0" rtlCol="0" anchor="ctr"/>
              <a:lstStyle/>
              <a:p>
                <a:pPr marL="0" indent="0">
                  <a:buNone/>
                </a:pPr>
                <a:r>
                  <a:rPr lang="en-US" altLang="ja-JP" sz="1200" spc="300" dirty="0">
                    <a:latin typeface="BIZ UDP明朝 Medium" panose="02020500000000000000" pitchFamily="18" charset="-128"/>
                    <a:ea typeface="BIZ UDP明朝 Medium" panose="02020500000000000000" pitchFamily="18" charset="-128"/>
                    <a:cs typeface="BIZ UDP明朝 Medium" pitchFamily="34" charset="-120"/>
                  </a:rPr>
                  <a:t>ID No</a:t>
                </a:r>
                <a:r>
                  <a:rPr lang="en-US" altLang="ja-JP" sz="1200" dirty="0">
                    <a:latin typeface="BIZ UDP明朝 Medium" panose="02020500000000000000" pitchFamily="18" charset="-128"/>
                    <a:ea typeface="BIZ UDP明朝 Medium" panose="02020500000000000000" pitchFamily="18" charset="-128"/>
                    <a:cs typeface="BIZ UDP明朝 Medium" pitchFamily="34" charset="-120"/>
                  </a:rPr>
                  <a:t>. </a:t>
                </a:r>
                <a:endParaRPr lang="en-US" sz="1200" dirty="0">
                  <a:latin typeface="BIZ UDP明朝 Medium" panose="02020500000000000000" pitchFamily="18" charset="-128"/>
                  <a:ea typeface="BIZ UDP明朝 Medium" panose="02020500000000000000" pitchFamily="18" charset="-128"/>
                  <a:cs typeface="BIZ UDP明朝 Medium" pitchFamily="34" charset="-120"/>
                </a:endParaRPr>
              </a:p>
            </p:txBody>
          </p:sp>
          <p:sp>
            <p:nvSpPr>
              <p:cNvPr id="9" name="Text 7"/>
              <p:cNvSpPr/>
              <p:nvPr/>
            </p:nvSpPr>
            <p:spPr>
              <a:xfrm>
                <a:off x="1794562" y="2033579"/>
                <a:ext cx="2067811" cy="201168"/>
              </a:xfrm>
              <a:prstGeom prst="rect">
                <a:avLst/>
              </a:prstGeom>
              <a:noFill/>
              <a:ln/>
            </p:spPr>
            <p:txBody>
              <a:bodyPr wrap="square" lIns="0" tIns="0" rIns="0" bIns="0" rtlCol="0" anchor="ctr"/>
              <a:lstStyle/>
              <a:p>
                <a:pPr marL="0" indent="0">
                  <a:buNone/>
                </a:pPr>
                <a:r>
                  <a:rPr lang="en-US" sz="1200" spc="300" dirty="0">
                    <a:latin typeface="BIZ UDP明朝 Medium" panose="02020500000000000000" pitchFamily="18" charset="-128"/>
                    <a:ea typeface="BIZ UDP明朝 Medium" panose="02020500000000000000" pitchFamily="18" charset="-128"/>
                    <a:cs typeface="BIZ UDP明朝 Medium" pitchFamily="34" charset="-120"/>
                  </a:rPr>
                  <a:t>20260507174022</a:t>
                </a:r>
                <a:r>
                  <a:rPr lang="ja-JP" altLang="en-US" sz="1200" spc="300" dirty="0">
                    <a:latin typeface="BIZ UDP明朝 Medium" panose="02020500000000000000" pitchFamily="18" charset="-128"/>
                    <a:ea typeface="BIZ UDP明朝 Medium" panose="02020500000000000000" pitchFamily="18" charset="-128"/>
                    <a:cs typeface="BIZ UDP明朝 Medium" pitchFamily="34" charset="-120"/>
                  </a:rPr>
                  <a:t/>
                </a:r>
                <a:r>
                  <a:rPr lang="en-US" sz="1200" spc="300" dirty="0">
                    <a:latin typeface="BIZ UDP明朝 Medium" panose="02020500000000000000" pitchFamily="18" charset="-128"/>
                    <a:ea typeface="BIZ UDP明朝 Medium" panose="02020500000000000000" pitchFamily="18" charset="-128"/>
                    <a:cs typeface="BIZ UDP明朝 Medium" pitchFamily="34" charset="-120"/>
                  </a:rPr>
                  <a:t/>
                </a:r>
                <a:endParaRPr lang="en-US" sz="1200" spc="300" dirty="0">
                  <a:latin typeface="BIZ UDP明朝 Medium" panose="02020500000000000000" pitchFamily="18" charset="-128"/>
                  <a:ea typeface="BIZ UDP明朝 Medium" panose="02020500000000000000" pitchFamily="18" charset="-128"/>
                  <a:cs typeface="BIZ UDP明朝 Medium"/>
                </a:endParaRPr>
              </a:p>
            </p:txBody>
          </p:sp>
        </p:grpSp>
        <p:grpSp>
          <p:nvGrpSpPr>
            <p:cNvPr id="25" name="グループ化 24">
              <a:extLst>
                <a:ext uri="{FF2B5EF4-FFF2-40B4-BE49-F238E27FC236}">
                  <ns2:creationId id="{51347996-971C-0D86-2868-5736FED96889}"/>
                </a:ext>
              </a:extLst>
            </p:cNvPr>
            <p:cNvGrpSpPr/>
            <p:nvPr/>
          </p:nvGrpSpPr>
          <p:grpSpPr>
            <a:xfrm>
              <a:off x="960120" y="2570529"/>
              <a:ext cx="4481938" cy="201168"/>
              <a:chOff x="928372" y="2293019"/>
              <a:chExt cx="4481938" cy="201168"/>
            </a:xfrm>
          </p:grpSpPr>
          <p:sp>
            <p:nvSpPr>
              <p:cNvPr id="10" name="Text 8"/>
              <p:cNvSpPr/>
              <p:nvPr/>
            </p:nvSpPr>
            <p:spPr>
              <a:xfrm>
                <a:off x="928372" y="2302163"/>
                <a:ext cx="930907" cy="164592"/>
              </a:xfrm>
              <a:prstGeom prst="rect">
                <a:avLst/>
              </a:prstGeom>
              <a:noFill/>
              <a:ln/>
            </p:spPr>
            <p:txBody>
              <a:bodyPr wrap="square" lIns="0" tIns="0" rIns="0" bIns="0" rtlCol="0" anchor="ctr"/>
              <a:lstStyle/>
              <a:p>
                <a:pPr marL="0" indent="0">
                  <a:buNone/>
                </a:pPr>
                <a:r>
                  <a:rPr lang="ja-JP" altLang="en-US" sz="1200" spc="300" dirty="0">
                    <a:latin typeface="BIZ UDP明朝 Medium" panose="02020500000000000000" pitchFamily="18" charset="-128"/>
                    <a:ea typeface="BIZ UDP明朝 Medium" panose="02020500000000000000" pitchFamily="18" charset="-128"/>
                    <a:cs typeface="BIZ UDP明朝 Medium" pitchFamily="34" charset="-120"/>
                  </a:rPr>
                  <a:t>対象者</a:t>
                </a:r>
                <a:r>
                  <a:rPr lang="ja-JP" altLang="en-US" sz="1200" dirty="0">
                    <a:latin typeface="BIZ UDP明朝 Medium" panose="02020500000000000000" pitchFamily="18" charset="-128"/>
                    <a:ea typeface="BIZ UDP明朝 Medium" panose="02020500000000000000" pitchFamily="18" charset="-128"/>
                    <a:cs typeface="BIZ UDP明朝 Medium" pitchFamily="34" charset="-120"/>
                  </a:rPr>
                  <a:t> </a:t>
                </a:r>
                <a:r>
                  <a:rPr lang="en-US" altLang="ja-JP" sz="1200" dirty="0">
                    <a:latin typeface="BIZ UDP明朝 Medium" panose="02020500000000000000" pitchFamily="18" charset="-128"/>
                    <a:ea typeface="BIZ UDP明朝 Medium" panose="02020500000000000000" pitchFamily="18" charset="-128"/>
                    <a:cs typeface="BIZ UDP明朝 Medium" pitchFamily="34" charset="-120"/>
                  </a:rPr>
                  <a:t>: </a:t>
                </a:r>
                <a:endParaRPr lang="en-US" sz="1200" dirty="0">
                  <a:latin typeface="BIZ UDP明朝 Medium" panose="02020500000000000000" pitchFamily="18" charset="-128"/>
                  <a:ea typeface="BIZ UDP明朝 Medium" panose="02020500000000000000" pitchFamily="18" charset="-128"/>
                  <a:cs typeface="BIZ UDP明朝 Medium"/>
                </a:endParaRPr>
              </a:p>
            </p:txBody>
          </p:sp>
          <p:sp>
            <p:nvSpPr>
              <p:cNvPr id="11" name="Text 9"/>
              <p:cNvSpPr/>
              <p:nvPr/>
            </p:nvSpPr>
            <p:spPr>
              <a:xfrm>
                <a:off x="1682538" y="2293019"/>
                <a:ext cx="3727772" cy="201168"/>
              </a:xfrm>
              <a:prstGeom prst="rect">
                <a:avLst/>
              </a:prstGeom>
              <a:noFill/>
              <a:ln/>
            </p:spPr>
            <p:txBody>
              <a:bodyPr wrap="square" lIns="0" tIns="0" rIns="0" bIns="0" rtlCol="0" anchor="ctr"/>
              <a:lstStyle/>
              <a:p>
                <a:pPr marL="0" indent="0">
                  <a:buNone/>
                </a:pPr>
                <a:r>
                  <a:rPr lang="ja-JP" altLang="en-US" sz="1200" spc="300" dirty="0">
                    <a:latin typeface="BIZ UDP明朝 Medium" pitchFamily="34" charset="0"/>
                    <a:ea typeface="BIZ UDP明朝 Medium"/>
                    <a:cs typeface="BIZ UDP明朝 Medium"/>
                  </a:rPr>
                  <a:t>上林功治</a:t>
                </a:r>
              </a:p>
            </p:txBody>
          </p:sp>
        </p:grpSp>
        <p:sp>
          <p:nvSpPr>
            <p:cNvPr id="22" name="Text 16">
              <a:extLst>
                <a:ext uri="{FF2B5EF4-FFF2-40B4-BE49-F238E27FC236}">
                  <ns2:creationId id="{D80C3027-FF90-4DE7-5CA5-11D49781DF9D}"/>
                </a:ext>
              </a:extLst>
            </p:cNvPr>
            <p:cNvSpPr/>
            <p:nvPr/>
          </p:nvSpPr>
          <p:spPr>
            <a:xfrm>
              <a:off x="944878" y="3632801"/>
              <a:ext cx="10671050" cy="2464375"/>
            </a:xfrm>
            <a:prstGeom prst="rect">
              <a:avLst/>
            </a:prstGeom>
            <a:noFill/>
            <a:ln/>
          </p:spPr>
          <p:txBody>
            <a:bodyPr wrap="square" lIns="0" tIns="0" rIns="0" bIns="0" rtlCol="0" anchor="t"/>
            <a:lstStyle/>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 解析方法</a:t>
              </a:r>
              <a:endParaRPr lang="en-US" altLang="ja-JP" sz="1300" spc="300" dirty="0">
                <a:latin typeface="BIZ UDP明朝 Medium" panose="02020500000000000000" pitchFamily="18" charset="-128"/>
                <a:ea typeface="BIZ UDP明朝 Medium" panose="02020500000000000000" pitchFamily="18" charset="-128"/>
                <a:cs typeface="BIZ UDP明朝 Medium" pitchFamily="34" charset="-120"/>
              </a:endParaRPr>
            </a:p>
            <a:p>
              <a:pPr marL="0" indent="0">
                <a:buNone/>
              </a:pPr>
              <a:endParaRPr lang="ja-JP" altLang="en-US" sz="1300" spc="300" dirty="0">
                <a:latin typeface="BIZ UDP明朝 Medium" panose="02020500000000000000" pitchFamily="18" charset="-128"/>
                <a:ea typeface="BIZ UDP明朝 Medium" panose="02020500000000000000" pitchFamily="18" charset="-128"/>
                <a:cs typeface="BIZ UDP明朝 Medium" pitchFamily="34" charset="-120"/>
              </a:endParaRP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　本解析は、対話ログおよび成果データ並びに両者の因果関係又は対応関係を基礎データとし、当該関係に基づいて</a:t>
              </a:r>
              <a:endParaRPr lang="en-US" altLang="ja-JP" sz="1300" spc="300" dirty="0">
                <a:latin typeface="BIZ UDP明朝 Medium" panose="02020500000000000000" pitchFamily="18" charset="-128"/>
                <a:ea typeface="BIZ UDP明朝 Medium" panose="02020500000000000000" pitchFamily="18" charset="-128"/>
                <a:cs typeface="BIZ UDP明朝 Medium" pitchFamily="34" charset="-120"/>
              </a:endParaRP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処理状態情報を生成し、当該処理状態情報を可視化するものである。</a:t>
              </a:r>
            </a:p>
            <a:p>
              <a:pPr marL="0" indent="0">
                <a:buNone/>
              </a:pPr>
              <a:endParaRPr lang="ja-JP" altLang="en-US" sz="1300" spc="300" dirty="0">
                <a:latin typeface="BIZ UDP明朝 Medium" panose="02020500000000000000" pitchFamily="18" charset="-128"/>
                <a:ea typeface="BIZ UDP明朝 Medium" panose="02020500000000000000" pitchFamily="18" charset="-128"/>
                <a:cs typeface="BIZ UDP明朝 Medium" pitchFamily="34" charset="-120"/>
              </a:endParaRP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解析は以下の情報に基づいて行われる。</a:t>
              </a:r>
            </a:p>
            <a:p>
              <a:pPr marL="0" indent="0">
                <a:buNone/>
              </a:pPr>
              <a:endParaRPr lang="ja-JP" altLang="en-US" sz="1300" spc="300" dirty="0">
                <a:latin typeface="BIZ UDP明朝 Medium" panose="02020500000000000000" pitchFamily="18" charset="-128"/>
                <a:ea typeface="BIZ UDP明朝 Medium" panose="02020500000000000000" pitchFamily="18" charset="-128"/>
                <a:cs typeface="BIZ UDP明朝 Medium" pitchFamily="34" charset="-120"/>
              </a:endParaRP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・対話ログ（対話履歴、修正履歴、生成履歴）</a:t>
              </a: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・アウトプット</a:t>
              </a: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・対話ログとアウトプットとの因果関係又は対応関係</a:t>
              </a:r>
            </a:p>
            <a:p>
              <a:pPr marL="0" indent="0">
                <a:buNone/>
              </a:pPr>
              <a:endParaRPr lang="ja-JP" altLang="en-US" sz="1300" spc="300" dirty="0">
                <a:latin typeface="BIZ UDP明朝 Medium" panose="02020500000000000000" pitchFamily="18" charset="-128"/>
                <a:ea typeface="BIZ UDP明朝 Medium" panose="02020500000000000000" pitchFamily="18" charset="-128"/>
                <a:cs typeface="BIZ UDP明朝 Medium" pitchFamily="34" charset="-120"/>
              </a:endParaRPr>
            </a:p>
            <a:p>
              <a:pPr marL="0" indent="0">
                <a:buNone/>
              </a:pPr>
              <a:r>
                <a:rPr lang="ja-JP" altLang="en-US" sz="1300" spc="300" dirty="0">
                  <a:latin typeface="BIZ UDP明朝 Medium" panose="02020500000000000000" pitchFamily="18" charset="-128"/>
                  <a:ea typeface="BIZ UDP明朝 Medium" panose="02020500000000000000" pitchFamily="18" charset="-128"/>
                  <a:cs typeface="BIZ UDP明朝 Medium" pitchFamily="34" charset="-120"/>
                </a:rPr>
                <a:t>　これらの情報を総合的に解析し、処理状態情報を客観的指標により可視化するものである。</a:t>
              </a:r>
            </a:p>
          </p:txBody>
        </p:sp>
        <p:sp>
          <p:nvSpPr>
            <p:cNvPr id="12" name="Text 10"/>
            <p:cNvSpPr/>
            <p:nvPr/>
          </p:nvSpPr>
          <p:spPr>
            <a:xfrm>
              <a:off x="6088052" y="1413818"/>
              <a:ext cx="4894571" cy="751336"/>
            </a:xfrm>
            <a:prstGeom prst="rect">
              <a:avLst/>
            </a:prstGeom>
            <a:noFill/>
            <a:ln/>
          </p:spPr>
          <p:txBody>
            <a:bodyPr wrap="square" lIns="0" tIns="0" rIns="0" bIns="0" rtlCol="0" anchor="ctr"/>
            <a:lstStyle/>
            <a:p>
              <a:pPr marL="0" indent="0">
                <a:buNone/>
              </a:pPr>
              <a:r>
                <a:rPr lang="ja-JP" altLang="en-US" sz="1600" dirty="0">
                  <a:latin typeface="BIZ UDP明朝 Medium" panose="02020500000000000000" pitchFamily="18" charset="-128"/>
                  <a:ea typeface="BIZ UDP明朝 Medium" panose="02020500000000000000" pitchFamily="18" charset="-128"/>
                  <a:cs typeface="BIZ UDP明朝 Medium" pitchFamily="34" charset="-120"/>
                </a:rPr>
                <a:t>■ </a:t>
              </a:r>
              <a:r>
                <a:rPr lang="en-US" altLang="ja-JP" sz="1600" spc="300" dirty="0">
                  <a:latin typeface="BIZ UDP明朝 Medium" panose="02020500000000000000" pitchFamily="18" charset="-128"/>
                  <a:ea typeface="BIZ UDP明朝 Medium" panose="02020500000000000000" pitchFamily="18" charset="-128"/>
                  <a:cs typeface="BIZ UDP明朝 Medium" pitchFamily="34" charset="-120"/>
                </a:rPr>
                <a:t>AI</a:t>
              </a:r>
              <a:r>
                <a:rPr lang="ja-JP" altLang="en-US" sz="1600" spc="300" dirty="0">
                  <a:latin typeface="BIZ UDP明朝 Medium" panose="02020500000000000000" pitchFamily="18" charset="-128"/>
                  <a:ea typeface="BIZ UDP明朝 Medium" panose="02020500000000000000" pitchFamily="18" charset="-128"/>
                  <a:cs typeface="BIZ UDP明朝 Medium" pitchFamily="34" charset="-120"/>
                </a:rPr>
                <a:t>活用能力総合評価　</a:t>
              </a:r>
              <a:r>
                <a:rPr lang="ja-JP" altLang="en-US" sz="1600" dirty="0">
                  <a:latin typeface="BIZ UDP明朝 Medium" panose="02020500000000000000" pitchFamily="18" charset="-128"/>
                  <a:ea typeface="BIZ UDP明朝 Medium" panose="02020500000000000000" pitchFamily="18" charset="-128"/>
                  <a:cs typeface="BIZ UDP明朝 Medium" pitchFamily="34" charset="-120"/>
                </a:rPr>
                <a:t>　  </a:t>
              </a:r>
              <a:r>
                <a:rPr lang="en-US" altLang="ja-JP" sz="3200" dirty="0">
                  <a:latin typeface="BIZ UDP明朝 Medium" panose="02020500000000000000" pitchFamily="18" charset="-128"/>
                  <a:ea typeface="BIZ UDP明朝 Medium" panose="02020500000000000000" pitchFamily="18" charset="-128"/>
                  <a:cs typeface="BIZ UDP明朝 Medium" pitchFamily="34" charset="-120"/>
                </a:rPr>
                <a:t>437</a:t>
              </a:r>
              <a:r>
                <a:rPr lang="en-US" altLang="ja-JP" sz="3200" dirty="0">
                  <a:latin typeface="BIZ UDP明朝 Medium" panose="02020500000000000000" pitchFamily="18" charset="-128"/>
                  <a:ea typeface="BIZ UDP明朝 Medium" panose="02020500000000000000" pitchFamily="18" charset="-128"/>
                  <a:cs typeface="BIZ UDP明朝 Medium" pitchFamily="34" charset="-120"/>
                </a:rPr>
                <a:t> / </a:t>
              </a:r>
              <a:r>
                <a:rPr lang="en-US" altLang="ja-JP" sz="2000" dirty="0">
                  <a:latin typeface="BIZ UDP明朝 Medium" panose="02020500000000000000" pitchFamily="18" charset="-128"/>
                  <a:ea typeface="BIZ UDP明朝 Medium" panose="02020500000000000000" pitchFamily="18" charset="-128"/>
                  <a:cs typeface="BIZ UDP明朝 Medium" pitchFamily="34" charset="-120"/>
                </a:rPr>
                <a:t>500</a:t>
              </a:r>
              <a:endParaRPr lang="en-US" dirty="0">
                <a:latin typeface="BIZ UDP明朝 Medium" panose="02020500000000000000" pitchFamily="18" charset="-128"/>
                <a:ea typeface="BIZ UDP明朝 Medium" panose="02020500000000000000" pitchFamily="18" charset="-128"/>
                <a:cs typeface="BIZ UDP明朝 Medium"/>
              </a:endParaRPr>
            </a:p>
          </p:txBody>
        </p:sp>
        <p:grpSp>
          <p:nvGrpSpPr>
            <p:cNvPr id="4" name="グループ化 3">
              <a:extLst>
                <a:ext uri="{FF2B5EF4-FFF2-40B4-BE49-F238E27FC236}">
                  <ns2:creationId id="{1AB2094B-AA99-F8B9-C328-0F1A72792ABC}"/>
                </a:ext>
              </a:extLst>
            </p:cNvPr>
            <p:cNvGrpSpPr/>
            <p:nvPr/>
          </p:nvGrpSpPr>
          <p:grpSpPr>
            <a:xfrm>
              <a:off x="960120" y="2134401"/>
              <a:ext cx="2948565" cy="201168"/>
              <a:chOff x="954534" y="2040595"/>
              <a:chExt cx="2432209" cy="201168"/>
            </a:xfrm>
          </p:grpSpPr>
          <p:sp>
            <p:nvSpPr>
              <p:cNvPr id="13" name="Text 6">
                <a:extLst>
                  <a:ext uri="{FF2B5EF4-FFF2-40B4-BE49-F238E27FC236}">
                    <ns2:creationId id="{2E4E0566-15F5-8220-ADE0-B0307E289D2E}"/>
                  </a:ext>
                </a:extLst>
              </p:cNvPr>
              <p:cNvSpPr/>
              <p:nvPr/>
            </p:nvSpPr>
            <p:spPr>
              <a:xfrm>
                <a:off x="954534" y="2057310"/>
                <a:ext cx="640080" cy="164592"/>
              </a:xfrm>
              <a:prstGeom prst="rect">
                <a:avLst/>
              </a:prstGeom>
              <a:noFill/>
              <a:ln/>
            </p:spPr>
            <p:txBody>
              <a:bodyPr wrap="square" lIns="0" tIns="0" rIns="0" bIns="0" rtlCol="0" anchor="ctr"/>
              <a:lstStyle/>
              <a:p>
                <a:pPr marL="0" indent="0">
                  <a:buNone/>
                </a:pPr>
                <a:r>
                  <a:rPr lang="ja-JP" altLang="en-US" sz="1200" spc="300" dirty="0">
                    <a:latin typeface="BIZ UDP明朝 Medium" panose="02020500000000000000" pitchFamily="18" charset="-128"/>
                    <a:ea typeface="BIZ UDP明朝 Medium" panose="02020500000000000000" pitchFamily="18" charset="-128"/>
                    <a:cs typeface="BIZ UDP明朝 Medium" pitchFamily="34" charset="-120"/>
                  </a:rPr>
                  <a:t>解析日</a:t>
                </a:r>
                <a:r>
                  <a:rPr lang="ja-JP" altLang="en-US" sz="1200" dirty="0">
                    <a:latin typeface="BIZ UDP明朝 Medium" panose="02020500000000000000" pitchFamily="18" charset="-128"/>
                    <a:ea typeface="BIZ UDP明朝 Medium" panose="02020500000000000000" pitchFamily="18" charset="-128"/>
                    <a:cs typeface="BIZ UDP明朝 Medium" pitchFamily="34" charset="-120"/>
                  </a:rPr>
                  <a:t> </a:t>
                </a:r>
                <a:r>
                  <a:rPr lang="en-US" altLang="ja-JP" sz="1200" dirty="0">
                    <a:latin typeface="BIZ UDP明朝 Medium" panose="02020500000000000000" pitchFamily="18" charset="-128"/>
                    <a:ea typeface="BIZ UDP明朝 Medium" panose="02020500000000000000" pitchFamily="18" charset="-128"/>
                    <a:cs typeface="BIZ UDP明朝 Medium" pitchFamily="34" charset="-120"/>
                  </a:rPr>
                  <a:t>: </a:t>
                </a:r>
                <a:r>
                  <a:rPr lang="en-US" sz="1200" dirty="0">
                    <a:latin typeface="BIZ UDP明朝 Medium" panose="02020500000000000000" pitchFamily="18" charset="-128"/>
                    <a:ea typeface="BIZ UDP明朝 Medium" panose="02020500000000000000" pitchFamily="18" charset="-128"/>
                    <a:cs typeface="BIZ UDP明朝 Medium" pitchFamily="34" charset="-120"/>
                  </a:rPr>
                  <a:t> </a:t>
                </a:r>
              </a:p>
            </p:txBody>
          </p:sp>
          <p:sp>
            <p:nvSpPr>
              <p:cNvPr id="14" name="Text 7">
                <a:extLst>
                  <a:ext uri="{FF2B5EF4-FFF2-40B4-BE49-F238E27FC236}">
                    <ns2:creationId id="{5B966B27-9418-047F-6DFA-06BEDA66A782}"/>
                  </a:ext>
                </a:extLst>
              </p:cNvPr>
              <p:cNvSpPr/>
              <p:nvPr/>
            </p:nvSpPr>
            <p:spPr>
              <a:xfrm>
                <a:off x="1659100" y="2040595"/>
                <a:ext cx="1727643" cy="201168"/>
              </a:xfrm>
              <a:prstGeom prst="rect">
                <a:avLst/>
              </a:prstGeom>
              <a:noFill/>
              <a:ln/>
            </p:spPr>
            <p:txBody>
              <a:bodyPr wrap="square" lIns="0" tIns="0" rIns="0" bIns="0" rtlCol="0" anchor="ctr"/>
              <a:lstStyle/>
              <a:p>
                <a:pPr marL="0" indent="0">
                  <a:buNone/>
                </a:pPr>
                <a:r>
                  <a:rPr lang="en-US" sz="1200" spc="300" dirty="0">
                    <a:latin typeface="BIZ UDP明朝 Medium" panose="02020500000000000000" pitchFamily="18" charset="-128"/>
                    <a:ea typeface="BIZ UDP明朝 Medium" panose="02020500000000000000" pitchFamily="18" charset="-128"/>
                    <a:cs typeface="BIZ UDP明朝 Medium" pitchFamily="34" charset="-120"/>
                  </a:rPr>
                  <a:t>2026.05.07</a:t>
                </a:r>
                <a:r>
                  <a:rPr lang="ja-JP" altLang="en-US" sz="1200" spc="300" dirty="0">
                    <a:latin typeface="BIZ UDP明朝 Medium" panose="02020500000000000000" pitchFamily="18" charset="-128"/>
                    <a:ea typeface="BIZ UDP明朝 Medium" panose="02020500000000000000" pitchFamily="18" charset="-128"/>
                    <a:cs typeface="BIZ UDP明朝 Medium" pitchFamily="34" charset="-120"/>
                  </a:rPr>
                  <a:t/>
                </a:r>
                <a:r>
                  <a:rPr lang="en-US" sz="1200" spc="300" dirty="0">
                    <a:latin typeface="BIZ UDP明朝 Medium" panose="02020500000000000000" pitchFamily="18" charset="-128"/>
                    <a:ea typeface="BIZ UDP明朝 Medium" panose="02020500000000000000" pitchFamily="18" charset="-128"/>
                    <a:cs typeface="BIZ UDP明朝 Medium" pitchFamily="34" charset="-120"/>
                  </a:rPr>
                  <a:t/>
                </a:r>
                <a:r>
                  <a:rPr lang="ja-JP" altLang="en-US" sz="1200" spc="300" dirty="0">
                    <a:latin typeface="BIZ UDP明朝 Medium" panose="02020500000000000000" pitchFamily="18" charset="-128"/>
                    <a:ea typeface="BIZ UDP明朝 Medium" panose="02020500000000000000" pitchFamily="18" charset="-128"/>
                    <a:cs typeface="BIZ UDP明朝 Medium" pitchFamily="34" charset="-120"/>
                  </a:rPr>
                  <a:t/>
                </a:r>
                <a:endParaRPr lang="en-US" sz="1200" spc="300" dirty="0">
                  <a:latin typeface="BIZ UDP明朝 Medium" panose="02020500000000000000" pitchFamily="18" charset="-128"/>
                  <a:ea typeface="BIZ UDP明朝 Medium" panose="02020500000000000000" pitchFamily="18" charset="-128"/>
                  <a:cs typeface="BIZ UDP明朝 Medium"/>
                </a:endParaRPr>
              </a:p>
            </p:txBody>
          </p:sp>
        </p:grpSp>
      </p:grpSp>
    </p:spTree>
  </p:cSld>
  <p:clrMapOvr>
    <a:masterClrMapping/>
  </p:clrMapOvr>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4EE"/>
        </a:solidFill>
        <a:effectLst/>
      </p:bgPr>
    </p:bg>
    <p:spTree>
      <p:nvGrpSpPr>
        <p:cNvPr id="1" name="">
          <a:extLst>
            <a:ext uri="{FF2B5EF4-FFF2-40B4-BE49-F238E27FC236}">
              <ns2:creationId id="{CD8B28ED-D5C8-A6D6-E923-1CDCC2E56FCF}"/>
            </a:ext>
          </a:extLst>
        </p:cNvPr>
        <p:cNvGrpSpPr/>
        <p:nvPr/>
      </p:nvGrpSpPr>
      <p:grpSpPr>
        <a:xfrm>
          <a:off x="0" y="0"/>
          <a:ext cx="0" cy="0"/>
          <a:chOff x="0" y="0"/>
          <a:chExt cx="0" cy="0"/>
        </a:xfrm>
      </p:grpSpPr>
      <p:sp>
        <p:nvSpPr>
          <p:cNvPr id="6" name="Text 0">
            <a:extLst>
              <a:ext uri="{FF2B5EF4-FFF2-40B4-BE49-F238E27FC236}">
                <ns2:creationId id="{0076A050-B178-8CC4-9DBF-49DDA28440B0}"/>
              </a:ext>
            </a:extLst>
          </p:cNvPr>
          <p:cNvSpPr/>
          <p:nvPr/>
        </p:nvSpPr>
        <p:spPr>
          <a:xfrm>
            <a:off x="896112" y="731520"/>
            <a:ext cx="6526750" cy="292608"/>
          </a:xfrm>
          <a:prstGeom prst="rect">
            <a:avLst/>
          </a:prstGeom>
          <a:noFill/>
          <a:ln/>
        </p:spPr>
        <p:txBody>
          <a:bodyPr wrap="square" lIns="0" tIns="0" rIns="0" bIns="0" rtlCol="0" anchor="ctr"/>
          <a:lstStyle/>
          <a:p>
            <a:pPr marL="0" indent="0">
              <a:buNone/>
            </a:pPr>
            <a:r>
              <a:rPr lang="ja-JP" altLang="en-US" sz="2300" dirty="0" spc="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１　</a:t>
            </a:r>
            <a:r>
              <a:rPr lang="ja-JP" altLang="en-US" sz="2300" spc="0" dirty="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詳細分析</a:t>
            </a:r>
            <a:endParaRPr lang="ja-JP" altLang="ja-JP" sz="2300" spc="0" dirty="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endParaRPr>
          </a:p>
        </p:txBody>
      </p:sp>
      <p:sp>
        <p:nvSpPr>
          <p:cNvPr id="4" name="Shape 2">
            <a:extLst>
              <a:ext uri="{FF2B5EF4-FFF2-40B4-BE49-F238E27FC236}">
                <ns2:creationId id="{A678B136-D973-4253-ADB4-212C3FD3A4E6}"/>
              </a:ext>
            </a:extLst>
          </p:cNvPr>
          <p:cNvSpPr/>
          <p:nvPr/>
        </p:nvSpPr>
        <p:spPr>
          <a:xfrm>
            <a:off x="855797" y="1149659"/>
            <a:ext cx="10332720" cy="0"/>
          </a:xfrm>
          <a:prstGeom prst="line">
            <a:avLst/>
          </a:prstGeom>
          <a:noFill/>
          <a:ln w="15240">
            <a:solidFill>
              <a:srgbClr val="D9D0C3"/>
            </a:solidFill>
            <a:prstDash val="solid"/>
          </a:ln>
        </p:spPr>
      </p:sp>
      <p:sp>
        <p:nvSpPr>
          <p:cNvPr id="8" name="Shape 6">
            <a:extLst>
              <a:ext uri="{FF2B5EF4-FFF2-40B4-BE49-F238E27FC236}">
                <ns2:creationId id="{95076B16-1D1F-5A10-E498-6EF7CE8328CA}"/>
              </a:ext>
            </a:extLst>
          </p:cNvPr>
          <p:cNvSpPr/>
          <p:nvPr/>
        </p:nvSpPr>
        <p:spPr>
          <a:xfrm flipH="1">
            <a:off x="6022157" y="1621396"/>
            <a:ext cx="0" cy="4364736"/>
          </a:xfrm>
          <a:prstGeom prst="line">
            <a:avLst/>
          </a:prstGeom>
          <a:noFill/>
          <a:ln w="15240">
            <a:solidFill>
              <a:srgbClr val="D9D0C3"/>
            </a:solidFill>
            <a:prstDash val="solid"/>
          </a:ln>
        </p:spPr>
      </p:sp>
      <p:sp>
        <p:nvSpPr>
          <p:cNvPr id="21" name="Shape 0">
            <a:extLst>
              <a:ext uri="{FF2B5EF4-FFF2-40B4-BE49-F238E27FC236}">
                <ns2:creationId id="{7B53B42E-8B12-7F2D-C202-8861F45F8BAA}"/>
              </a:ext>
            </a:extLst>
          </p:cNvPr>
          <p:cNvSpPr/>
          <p:nvPr/>
        </p:nvSpPr>
        <p:spPr>
          <a:xfrm>
            <a:off x="573786" y="877824"/>
            <a:ext cx="45720" cy="5212080"/>
          </a:xfrm>
          <a:prstGeom prst="rect">
            <a:avLst/>
          </a:prstGeom>
          <a:solidFill>
            <a:srgbClr val="A78A5A"/>
          </a:solidFill>
          <a:ln w="12700">
            <a:solidFill>
              <a:srgbClr val="A78A5A"/>
            </a:solidFill>
            <a:prstDash val="solid"/>
          </a:ln>
        </p:spPr>
      </p:sp>
      <p:grpSp>
        <p:nvGrpSpPr>
          <p:cNvPr id="9" name="グループ化 8">
            <a:extLst>
              <a:ext uri="{FF2B5EF4-FFF2-40B4-BE49-F238E27FC236}">
                <ns2:creationId id="{19447405-3786-D6AE-EBB6-1C706BCBAF56}"/>
              </a:ext>
            </a:extLst>
          </p:cNvPr>
          <p:cNvGrpSpPr/>
          <p:nvPr/>
        </p:nvGrpSpPr>
        <p:grpSpPr>
          <a:xfrm>
            <a:off x="891732" y="1149659"/>
            <a:ext cx="4919378" cy="4976821"/>
            <a:chOff x="891732" y="1385053"/>
            <a:chExt cx="4919378" cy="4796644"/>
          </a:xfrm>
        </p:grpSpPr>
        <p:sp>
          <p:nvSpPr>
            <p:cNvPr id="34" name="Text 11">
              <a:extLst>
                <a:ext uri="{FF2B5EF4-FFF2-40B4-BE49-F238E27FC236}">
                  <ns2:creationId id="{52BC3DC9-50CA-E524-5A2F-2E1F1880E0D9}"/>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①評価</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AI案をそのまま採用せず、アウトプットの構成や導線を具体的な判断材料として扱い、ログ上の判断・修正・採否の流れと最終アウトプットへの反映が対応しているため、人の判断を主体にAIを扱う構造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②因果関係</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ログ上の判断・修正・採否の流れがLP構成や導線選定に反映され、各判断が最終アウトプットにどのように結びついたかを追えるため、プロセスと結果の対応関係が成立している。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③結論</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AIを情報生成支援として扱いながら、判断・修正・採否を人が担い、その結果をアウトプットの構成や導線へ反映しているため、判断履歴と結果の対応が明確であり、プロセスと成果の接続が成立している。さらに、構成判断の流れを第三者が追跡可能な状態で保持しており、企画整理、改善提案、導線設計などの実務場面でも再現可能なAI活用能力を有する状態として整理されている。</a:t>
              </a:r>
              <a:endParaRPr lang="ja-JP" sz="1200" spc="0" kern="0">
                <a:latin typeface="BIZ UDP明朝 Medium"/>
                <a:ea typeface="BIZ UDP明朝 Medium"/>
                <a:cs typeface="BIZ UDP明朝 Medium"/>
              </a:endParaRPr>
            </a:p>
          </p:txBody>
        </p:sp>
        <p:sp>
          <p:nvSpPr>
            <p:cNvPr id="3" name="テキスト ボックス 2">
              <a:extLst>
                <a:ext uri="{FF2B5EF4-FFF2-40B4-BE49-F238E27FC236}">
                  <ns2:creationId id="{E0B40450-77F1-A018-088E-225709680F39}"/>
                </a:ext>
              </a:extLst>
            </p:cNvPr>
            <p:cNvSpPr txBox="1"/>
            <p:nvPr/>
          </p:nvSpPr>
          <p:spPr>
            <a:xfrm>
              <a:off x="891732" y="1385053"/>
              <a:ext cx="4914998" cy="385625"/>
            </a:xfrm>
            <a:prstGeom prst="rect">
              <a:avLst/>
            </a:prstGeom>
            <a:noFill/>
          </p:spPr>
          <p:txBody>
            <a:bodyPr wrap="square">
              <a:spAutoFit/>
            </a:bodyPr>
            <a:lstStyle/>
            <a:p>
              <a:r>
                <a:rPr lang="ja-JP" altLang="en-US" sz="1200" b="1" spc="0" dirty="0" kern="0">
                  <a:latin typeface="BIZ UDP明朝 Medium"/>
                  <a:ea typeface="BIZ UDP明朝 Medium"/>
                  <a:cs typeface="BIZ UDP明朝 Medium"/>
                </a:rPr>
                <a:t>■ＡＩ活用総合：</a:t>
              </a:r>
              <a:r>
                <a:rPr lang="ja-JP" altLang="ja-JP" sz="2000" b="1" spc="0" dirty="0" kern="0">
                  <a:latin typeface="BIZ UDP明朝 Medium"/>
                  <a:ea typeface="BIZ UDP明朝 Medium"/>
                  <a:cs typeface="BIZ UDP明朝 Medium"/>
                </a:rPr>
                <a:t>437</a:t>
              </a:r>
              <a:r>
                <a:rPr lang="ja-JP" altLang="en-US" sz="2000" b="1" spc="0" dirty="0" kern="0">
                  <a:latin typeface="BIZ UDP明朝 Medium"/>
                  <a:ea typeface="BIZ UDP明朝 Medium"/>
                  <a:cs typeface="BIZ UDP明朝 Medium"/>
                </a:rPr>
                <a:t/>
              </a:r>
              <a:r>
                <a:rPr lang="ja-JP" altLang="en-US" sz="2000" b="1" spc="0" dirty="0" kern="0">
                  <a:latin typeface="BIZ UDP明朝 Medium"/>
                  <a:ea typeface="BIZ UDP明朝 Medium"/>
                  <a:cs typeface="BIZ UDP明朝 Medium"/>
                </a:rPr>
                <a:t/>
              </a:r>
              <a:r>
                <a:rPr lang="ja-JP" altLang="ja-JP" sz="1400" b="1" spc="0" dirty="0" kern="0">
                  <a:latin typeface="BIZ UDP明朝 Medium"/>
                  <a:ea typeface="BIZ UDP明朝 Medium"/>
                  <a:cs typeface="BIZ UDP明朝 Medium"/>
                </a:rPr>
                <a:t> / 500</a:t>
              </a:r>
              <a:endParaRPr lang="ja-JP" altLang="en-US" sz="1200" b="1" spc="0" dirty="0" kern="0">
                <a:latin typeface="BIZ UDP明朝 Medium"/>
                <a:ea typeface="BIZ UDP明朝 Medium"/>
                <a:cs typeface="BIZ UDP明朝 Medium"/>
              </a:endParaRPr>
            </a:p>
          </p:txBody>
        </p:sp>
      </p:grpSp>
      <p:grpSp>
        <p:nvGrpSpPr>
          <p:cNvPr id="19" name="グループ化 18">
            <a:extLst>
              <a:ext uri="{FF2B5EF4-FFF2-40B4-BE49-F238E27FC236}">
                <ns2:creationId id="{03E47478-2EF1-D41F-9843-4C371253003F}"/>
              </a:ext>
            </a:extLst>
          </p:cNvPr>
          <p:cNvGrpSpPr/>
          <p:nvPr/>
        </p:nvGrpSpPr>
        <p:grpSpPr>
          <a:xfrm>
            <a:off x="6220321" y="1149659"/>
            <a:ext cx="4919379" cy="4976821"/>
            <a:chOff x="891731" y="1385053"/>
            <a:chExt cx="4919379" cy="4796644"/>
          </a:xfrm>
        </p:grpSpPr>
        <p:sp>
          <p:nvSpPr>
            <p:cNvPr id="20" name="Text 11">
              <a:extLst>
                <a:ext uri="{FF2B5EF4-FFF2-40B4-BE49-F238E27FC236}">
                  <ns2:creationId id="{E05A73AE-F2EE-3F75-443E-7348F2D79D4E}"/>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①評価</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アウトプットは、主張から根拠、導線までの順序が整理され、構成と本文配置が読み順を支えている。情報の並びと説明接続が一貫しているため、アウトプット全体の論理構造が成立している。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②因果関係</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ログ上の構成順、修正内容、採否判断が、見出し順、本文配置、導線に反映されている。どの判断が読み手の理解経路と行動導線へ結びついたかを追えるため、プロセスと表示結果の対応が成立している。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③結論</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情報の提示順、説明の接続、導線配置が個別に分断されず、アウトプット全体の読み進め方として一つの流れに整理されている。主張、根拠、行動導線の関係が最終表示上で接続し、構成判断と反映箇所も追跡できるため、読み手が情報を理解して行動へ進む過程を説明できる。企画意図を段階的に伝える論理構造を有するアウトプット状態として整理されている。</a:t>
              </a:r>
              <a:endParaRPr lang="ja-JP" sz="1200" spc="0" kern="0">
                <a:latin typeface="BIZ UDP明朝 Medium"/>
                <a:ea typeface="BIZ UDP明朝 Medium"/>
                <a:cs typeface="BIZ UDP明朝 Medium"/>
              </a:endParaRPr>
            </a:p>
          </p:txBody>
        </p:sp>
        <p:sp>
          <p:nvSpPr>
            <p:cNvPr id="22" name="テキスト ボックス 21">
              <a:extLst>
                <a:ext uri="{FF2B5EF4-FFF2-40B4-BE49-F238E27FC236}">
                  <ns2:creationId id="{4ED5A59C-7851-3436-0F2A-BD85B084967D}"/>
                </a:ext>
              </a:extLst>
            </p:cNvPr>
            <p:cNvSpPr txBox="1"/>
            <p:nvPr/>
          </p:nvSpPr>
          <p:spPr>
            <a:xfrm>
              <a:off x="891731" y="1385053"/>
              <a:ext cx="4914995" cy="385625"/>
            </a:xfrm>
            <a:prstGeom prst="rect">
              <a:avLst/>
            </a:prstGeom>
            <a:noFill/>
          </p:spPr>
          <p:txBody>
            <a:bodyPr wrap="square">
              <a:spAutoFit/>
            </a:bodyPr>
            <a:lstStyle/>
            <a:p>
              <a:r>
                <a:rPr lang="ja-JP" altLang="en-US" sz="1200" b="1" dirty="0" spc="0" kern="0">
                  <a:latin typeface="BIZ UDP明朝 Medium"/>
                  <a:ea typeface="BIZ UDP明朝 Medium"/>
                  <a:cs typeface="BIZ UDP明朝 Medium"/>
                </a:rPr>
                <a:t>■アウトプットの論理性 ：</a:t>
              </a:r>
              <a:r>
                <a:rPr lang="ja-JP" altLang="ja-JP" sz="2000" b="1" dirty="0" spc="0" kern="0">
                  <a:latin typeface="BIZ UDP明朝 Medium"/>
                  <a:ea typeface="BIZ UDP明朝 Medium"/>
                  <a:cs typeface="BIZ UDP明朝 Medium"/>
                </a:rPr>
                <a:t>81</a:t>
              </a:r>
              <a:r>
                <a:rPr lang="ja-JP" altLang="en-US" sz="2000" b="1" dirty="0" spc="0" kern="0">
                  <a:latin typeface="BIZ UDP明朝 Medium"/>
                  <a:ea typeface="BIZ UDP明朝 Medium"/>
                  <a:cs typeface="BIZ UDP明朝 Medium"/>
                </a:rPr>
                <a:t/>
              </a:r>
              <a:r>
                <a:rPr lang="ja-JP" altLang="en-US" sz="2000" b="1" dirty="0" spc="0" kern="0">
                  <a:latin typeface="BIZ UDP明朝 Medium"/>
                  <a:ea typeface="BIZ UDP明朝 Medium"/>
                  <a:cs typeface="BIZ UDP明朝 Medium"/>
                </a:rPr>
                <a:t/>
              </a:r>
              <a:r>
                <a:rPr lang="ja-JP" altLang="ja-JP" sz="1400" b="1" dirty="0" spc="0" kern="0">
                  <a:latin typeface="BIZ UDP明朝 Medium"/>
                  <a:ea typeface="BIZ UDP明朝 Medium"/>
                  <a:cs typeface="BIZ UDP明朝 Medium"/>
                </a:rPr>
                <a:t> / 100</a:t>
              </a:r>
              <a:endParaRPr lang="ja-JP" altLang="en-US" sz="1200" b="1" dirty="0" spc="0" kern="0">
                <a:latin typeface="BIZ UDP明朝 Medium"/>
                <a:ea typeface="BIZ UDP明朝 Medium"/>
                <a:cs typeface="BIZ UDP明朝 Medium"/>
              </a:endParaRPr>
            </a:p>
          </p:txBody>
        </p:sp>
      </p:grpSp>
    </p:spTree>
    <p:extLst>
      <p:ext uri="{BB962C8B-B14F-4D97-AF65-F5344CB8AC3E}">
        <ns3:creationId val="2174491097"/>
      </p:ext>
    </p:extLst>
  </p:cSld>
  <p:clrMapOvr>
    <a:masterClrMapping/>
  </p:clrMapOvr>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4EE"/>
        </a:solidFill>
        <a:effectLst/>
      </p:bgPr>
    </p:bg>
    <p:spTree>
      <p:nvGrpSpPr>
        <p:cNvPr id="1" name="">
          <a:extLst>
            <a:ext uri="{FF2B5EF4-FFF2-40B4-BE49-F238E27FC236}">
              <ns2:creationId id="{8439EC13-E109-4CCC-488C-B5D2CFBE36BA}"/>
            </a:ext>
          </a:extLst>
        </p:cNvPr>
        <p:cNvGrpSpPr/>
        <p:nvPr/>
      </p:nvGrpSpPr>
      <p:grpSpPr>
        <a:xfrm>
          <a:off x="0" y="0"/>
          <a:ext cx="0" cy="0"/>
          <a:chOff x="0" y="0"/>
          <a:chExt cx="0" cy="0"/>
        </a:xfrm>
      </p:grpSpPr>
      <p:sp>
        <p:nvSpPr>
          <p:cNvPr id="4" name="Shape 2">
            <a:extLst>
              <a:ext uri="{FF2B5EF4-FFF2-40B4-BE49-F238E27FC236}">
                <ns2:creationId id="{F00B45B7-30F8-B6F5-D310-346060D89CA4}"/>
              </a:ext>
            </a:extLst>
          </p:cNvPr>
          <p:cNvSpPr/>
          <p:nvPr/>
        </p:nvSpPr>
        <p:spPr>
          <a:xfrm>
            <a:off x="855797" y="1149659"/>
            <a:ext cx="10332720" cy="0"/>
          </a:xfrm>
          <a:prstGeom prst="line">
            <a:avLst/>
          </a:prstGeom>
          <a:noFill/>
          <a:ln w="15240">
            <a:solidFill>
              <a:srgbClr val="D9D0C3"/>
            </a:solidFill>
            <a:prstDash val="solid"/>
          </a:ln>
        </p:spPr>
      </p:sp>
      <p:sp>
        <p:nvSpPr>
          <p:cNvPr id="8" name="Shape 6">
            <a:extLst>
              <a:ext uri="{FF2B5EF4-FFF2-40B4-BE49-F238E27FC236}">
                <ns2:creationId id="{134EE18B-9A45-5694-A321-AE2B5D331182}"/>
              </a:ext>
            </a:extLst>
          </p:cNvPr>
          <p:cNvSpPr/>
          <p:nvPr/>
        </p:nvSpPr>
        <p:spPr>
          <a:xfrm flipH="1">
            <a:off x="6022157" y="1621396"/>
            <a:ext cx="0" cy="4364736"/>
          </a:xfrm>
          <a:prstGeom prst="line">
            <a:avLst/>
          </a:prstGeom>
          <a:noFill/>
          <a:ln w="15240">
            <a:solidFill>
              <a:srgbClr val="D9D0C3"/>
            </a:solidFill>
            <a:prstDash val="solid"/>
          </a:ln>
        </p:spPr>
      </p:sp>
      <p:sp>
        <p:nvSpPr>
          <p:cNvPr id="21" name="Shape 0">
            <a:extLst>
              <a:ext uri="{FF2B5EF4-FFF2-40B4-BE49-F238E27FC236}">
                <ns2:creationId id="{3AAAD177-3CB5-4DB8-6A57-64EEF7C95FEE}"/>
              </a:ext>
            </a:extLst>
          </p:cNvPr>
          <p:cNvSpPr/>
          <p:nvPr/>
        </p:nvSpPr>
        <p:spPr>
          <a:xfrm>
            <a:off x="573786" y="877824"/>
            <a:ext cx="45720" cy="5212080"/>
          </a:xfrm>
          <a:prstGeom prst="rect">
            <a:avLst/>
          </a:prstGeom>
          <a:solidFill>
            <a:srgbClr val="A78A5A"/>
          </a:solidFill>
          <a:ln w="12700">
            <a:solidFill>
              <a:srgbClr val="A78A5A"/>
            </a:solidFill>
            <a:prstDash val="solid"/>
          </a:ln>
        </p:spPr>
      </p:sp>
      <p:grpSp>
        <p:nvGrpSpPr>
          <p:cNvPr id="9" name="グループ化 8">
            <a:extLst>
              <a:ext uri="{FF2B5EF4-FFF2-40B4-BE49-F238E27FC236}">
                <ns2:creationId id="{D0760BF6-87E4-DA27-CECD-F737F38F1FCB}"/>
              </a:ext>
            </a:extLst>
          </p:cNvPr>
          <p:cNvGrpSpPr/>
          <p:nvPr/>
        </p:nvGrpSpPr>
        <p:grpSpPr>
          <a:xfrm>
            <a:off x="891732" y="1149659"/>
            <a:ext cx="4919378" cy="4976821"/>
            <a:chOff x="891732" y="1385053"/>
            <a:chExt cx="4919378" cy="4796644"/>
          </a:xfrm>
        </p:grpSpPr>
        <p:sp>
          <p:nvSpPr>
            <p:cNvPr id="34" name="Text 11">
              <a:extLst>
                <a:ext uri="{FF2B5EF4-FFF2-40B4-BE49-F238E27FC236}">
                  <ns2:creationId id="{AF5182F7-F09B-24F2-2743-F3C853C9A942}"/>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①評価</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AI案をそのまま通さず、判断基準を置いたうえで比較、採否、情報優先順位づけを行い、アウトプットの構成選択と表示順を決定している。選択理由もログ上で確認可能な状態となり、最終判断を人が担う構造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②因果関係</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採否判断や優先順位が、構成選択、導線配置、表示順の各要素へ反映されている。どの判断がアウトプットの構成や導線に影響し、読み順を変えたかを追えるため、判断過程と結果の対応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③結論</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比較から採否、優先順位づけまでの判断履歴が残り、採用理由と見送った内容の関係も追跡可能な状態で保持されている。その判断は最終アウトプットの構成、表示順、導線へ接続しており、第三者にも判断根拠が確認可能な状態であるため、AI主導ではなく人主体で意思決定したプロセスとして整理されている。</a:t>
              </a:r>
              <a:endParaRPr lang="ja-JP" sz="1200" spc="0" kern="0">
                <a:latin typeface="BIZ UDP明朝 Medium"/>
                <a:ea typeface="BIZ UDP明朝 Medium"/>
                <a:cs typeface="BIZ UDP明朝 Medium"/>
              </a:endParaRPr>
            </a:p>
          </p:txBody>
        </p:sp>
        <p:sp>
          <p:nvSpPr>
            <p:cNvPr id="3" name="テキスト ボックス 2">
              <a:extLst>
                <a:ext uri="{FF2B5EF4-FFF2-40B4-BE49-F238E27FC236}">
                  <ns2:creationId id="{53293341-0670-A40E-5279-B7F81E504411}"/>
                </a:ext>
              </a:extLst>
            </p:cNvPr>
            <p:cNvSpPr txBox="1"/>
            <p:nvPr/>
          </p:nvSpPr>
          <p:spPr>
            <a:xfrm>
              <a:off x="891732" y="1385053"/>
              <a:ext cx="4914998" cy="385625"/>
            </a:xfrm>
            <a:prstGeom prst="rect">
              <a:avLst/>
            </a:prstGeom>
            <a:noFill/>
          </p:spPr>
          <p:txBody>
            <a:bodyPr wrap="square">
              <a:spAutoFit/>
            </a:bodyPr>
            <a:lstStyle/>
            <a:p>
              <a:r>
                <a:rPr lang="ja-JP" altLang="en-US" sz="1200" b="1" dirty="0" spc="0" kern="0">
                  <a:latin typeface="BIZ UDP明朝 Medium"/>
                  <a:ea typeface="BIZ UDP明朝 Medium"/>
                  <a:cs typeface="BIZ UDP明朝 Medium"/>
                </a:rPr>
                <a:t>■ 判断プロセス ：</a:t>
              </a:r>
              <a:r>
                <a:rPr lang="ja-JP" altLang="ja-JP" sz="2000" b="1" dirty="0" spc="0" kern="0">
                  <a:latin typeface="BIZ UDP明朝 Medium"/>
                  <a:ea typeface="BIZ UDP明朝 Medium"/>
                  <a:cs typeface="BIZ UDP明朝 Medium"/>
                </a:rPr>
                <a:t>94</a:t>
              </a:r>
              <a:r>
                <a:rPr lang="ja-JP" altLang="en-US" sz="2000" b="1" dirty="0" spc="0" kern="0">
                  <a:latin typeface="BIZ UDP明朝 Medium"/>
                  <a:ea typeface="BIZ UDP明朝 Medium"/>
                  <a:cs typeface="BIZ UDP明朝 Medium"/>
                </a:rPr>
                <a:t/>
              </a:r>
              <a:r>
                <a:rPr lang="ja-JP" altLang="en-US" sz="2000" b="1" dirty="0" spc="0" kern="0">
                  <a:latin typeface="BIZ UDP明朝 Medium"/>
                  <a:ea typeface="BIZ UDP明朝 Medium"/>
                  <a:cs typeface="BIZ UDP明朝 Medium"/>
                </a:rPr>
                <a:t/>
              </a:r>
              <a:r>
                <a:rPr lang="ja-JP" altLang="ja-JP" sz="1400" b="1" dirty="0" spc="0" kern="0">
                  <a:latin typeface="BIZ UDP明朝 Medium"/>
                  <a:ea typeface="BIZ UDP明朝 Medium"/>
                  <a:cs typeface="BIZ UDP明朝 Medium"/>
                </a:rPr>
                <a:t> / 100</a:t>
              </a:r>
              <a:endParaRPr lang="ja-JP" altLang="en-US" sz="1200" b="1" dirty="0" spc="0" kern="0">
                <a:latin typeface="BIZ UDP明朝 Medium"/>
                <a:ea typeface="BIZ UDP明朝 Medium"/>
                <a:cs typeface="BIZ UDP明朝 Medium"/>
              </a:endParaRPr>
            </a:p>
          </p:txBody>
        </p:sp>
      </p:grpSp>
      <p:grpSp>
        <p:nvGrpSpPr>
          <p:cNvPr id="19" name="グループ化 18">
            <a:extLst>
              <a:ext uri="{FF2B5EF4-FFF2-40B4-BE49-F238E27FC236}">
                <ns2:creationId id="{9F9502AC-67A2-0EAF-5D90-9A8D5DC3036E}"/>
              </a:ext>
            </a:extLst>
          </p:cNvPr>
          <p:cNvGrpSpPr/>
          <p:nvPr/>
        </p:nvGrpSpPr>
        <p:grpSpPr>
          <a:xfrm>
            <a:off x="6220321" y="1149659"/>
            <a:ext cx="4919379" cy="4976821"/>
            <a:chOff x="891731" y="1385053"/>
            <a:chExt cx="4919379" cy="4796644"/>
          </a:xfrm>
        </p:grpSpPr>
        <p:sp>
          <p:nvSpPr>
            <p:cNvPr id="20" name="Text 11">
              <a:extLst>
                <a:ext uri="{FF2B5EF4-FFF2-40B4-BE49-F238E27FC236}">
                  <ns2:creationId id="{86E7271E-7D1F-0E3A-0AE0-FE6AC0977746}"/>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①評価</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差分と修正理由がログ上で確認可能となり、アウトプットの構成、配置、導線を改善目的に沿って更新している。before/afterの変化と反映箇所が対応し、修正内容と表示反映が接続した改善構造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②因果関係</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修正判断が、構成変更、導線調整、表示配置の各要素へ反映されている。どの修正がアウトプットの構成や導線に影響し、改善後の見え方を変えたかを追えるため、修正過程と結果の対応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③結論</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修正履歴、変更理由、反映箇所が残り、比較検討、改善優先順位、試行順、表示調整、構成変更判断まで追跡可能な状態で保持されている。before/afterの差分、試行結果、導線構造、反映経路が最終表示へ接続しており、第三者にも改善履歴、改善判断単位、接続状態が確認可能な改善プロセスとして成立している。</a:t>
              </a:r>
              <a:endParaRPr lang="ja-JP" sz="1200" spc="0" kern="0">
                <a:latin typeface="BIZ UDP明朝 Medium"/>
                <a:ea typeface="BIZ UDP明朝 Medium"/>
                <a:cs typeface="BIZ UDP明朝 Medium"/>
              </a:endParaRPr>
            </a:p>
          </p:txBody>
        </p:sp>
        <p:sp>
          <p:nvSpPr>
            <p:cNvPr id="22" name="テキスト ボックス 21">
              <a:extLst>
                <a:ext uri="{FF2B5EF4-FFF2-40B4-BE49-F238E27FC236}">
                  <ns2:creationId id="{861A490C-7C48-5C6F-B999-2711C6951C97}"/>
                </a:ext>
              </a:extLst>
            </p:cNvPr>
            <p:cNvSpPr txBox="1"/>
            <p:nvPr/>
          </p:nvSpPr>
          <p:spPr>
            <a:xfrm>
              <a:off x="891731" y="1385053"/>
              <a:ext cx="4914995" cy="385625"/>
            </a:xfrm>
            <a:prstGeom prst="rect">
              <a:avLst/>
            </a:prstGeom>
            <a:noFill/>
          </p:spPr>
          <p:txBody>
            <a:bodyPr wrap="square">
              <a:spAutoFit/>
            </a:bodyPr>
            <a:lstStyle/>
            <a:p>
              <a:r>
                <a:rPr lang="ja-JP" altLang="en-US" sz="1200" b="1" dirty="0" spc="0" kern="0">
                  <a:latin typeface="BIZ UDP明朝 Medium"/>
                  <a:ea typeface="BIZ UDP明朝 Medium"/>
                  <a:cs typeface="BIZ UDP明朝 Medium"/>
                </a:rPr>
                <a:t>■ 修正プロセス ：</a:t>
              </a:r>
              <a:r>
                <a:rPr lang="ja-JP" altLang="ja-JP" sz="2000" b="1" dirty="0" spc="0" kern="0">
                  <a:latin typeface="BIZ UDP明朝 Medium"/>
                  <a:ea typeface="BIZ UDP明朝 Medium"/>
                  <a:cs typeface="BIZ UDP明朝 Medium"/>
                </a:rPr>
                <a:t>94</a:t>
              </a:r>
              <a:r>
                <a:rPr lang="ja-JP" altLang="en-US" sz="2000" b="1" dirty="0" spc="0" kern="0">
                  <a:latin typeface="BIZ UDP明朝 Medium"/>
                  <a:ea typeface="BIZ UDP明朝 Medium"/>
                  <a:cs typeface="BIZ UDP明朝 Medium"/>
                </a:rPr>
                <a:t/>
              </a:r>
              <a:r>
                <a:rPr lang="ja-JP" altLang="en-US" sz="2000" b="1" dirty="0" spc="0" kern="0">
                  <a:latin typeface="BIZ UDP明朝 Medium"/>
                  <a:ea typeface="BIZ UDP明朝 Medium"/>
                  <a:cs typeface="BIZ UDP明朝 Medium"/>
                </a:rPr>
                <a:t/>
              </a:r>
              <a:r>
                <a:rPr lang="ja-JP" altLang="ja-JP" sz="1400" b="1" dirty="0" spc="0" kern="0">
                  <a:latin typeface="BIZ UDP明朝 Medium"/>
                  <a:ea typeface="BIZ UDP明朝 Medium"/>
                  <a:cs typeface="BIZ UDP明朝 Medium"/>
                </a:rPr>
                <a:t> / 100</a:t>
              </a:r>
              <a:endParaRPr lang="ja-JP" altLang="en-US" sz="1200" b="1" dirty="0" spc="0" kern="0">
                <a:latin typeface="BIZ UDP明朝 Medium"/>
                <a:ea typeface="BIZ UDP明朝 Medium"/>
                <a:cs typeface="BIZ UDP明朝 Medium"/>
              </a:endParaRPr>
            </a:p>
          </p:txBody>
        </p:sp>
      </p:grpSp>
    </p:spTree>
    <p:extLst>
      <p:ext uri="{BB962C8B-B14F-4D97-AF65-F5344CB8AC3E}">
        <ns3:creationId val="2012578473"/>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4EE"/>
        </a:solidFill>
        <a:effectLst/>
      </p:bgPr>
    </p:bg>
    <p:spTree>
      <p:nvGrpSpPr>
        <p:cNvPr id="1" name="">
          <a:extLst>
            <a:ext uri="{FF2B5EF4-FFF2-40B4-BE49-F238E27FC236}">
              <ns2:creationId id="{8AA6F0FF-BDB7-602C-D47E-5834D44D0F9C}"/>
            </a:ext>
          </a:extLst>
        </p:cNvPr>
        <p:cNvGrpSpPr/>
        <p:nvPr/>
      </p:nvGrpSpPr>
      <p:grpSpPr>
        <a:xfrm>
          <a:off x="0" y="0"/>
          <a:ext cx="0" cy="0"/>
          <a:chOff x="0" y="0"/>
          <a:chExt cx="0" cy="0"/>
        </a:xfrm>
      </p:grpSpPr>
      <p:sp>
        <p:nvSpPr>
          <p:cNvPr id="4" name="Shape 2">
            <a:extLst>
              <a:ext uri="{FF2B5EF4-FFF2-40B4-BE49-F238E27FC236}">
                <ns2:creationId id="{30375F6C-0C0F-A644-120F-88F8C6F5A830}"/>
              </a:ext>
            </a:extLst>
          </p:cNvPr>
          <p:cNvSpPr/>
          <p:nvPr/>
        </p:nvSpPr>
        <p:spPr>
          <a:xfrm>
            <a:off x="855797" y="1149659"/>
            <a:ext cx="10332720" cy="0"/>
          </a:xfrm>
          <a:prstGeom prst="line">
            <a:avLst/>
          </a:prstGeom>
          <a:noFill/>
          <a:ln w="15240">
            <a:solidFill>
              <a:srgbClr val="D9D0C3"/>
            </a:solidFill>
            <a:prstDash val="solid"/>
          </a:ln>
        </p:spPr>
      </p:sp>
      <p:sp>
        <p:nvSpPr>
          <p:cNvPr id="8" name="Shape 6">
            <a:extLst>
              <a:ext uri="{FF2B5EF4-FFF2-40B4-BE49-F238E27FC236}">
                <ns2:creationId id="{DDC89CC6-B2CA-8E75-0B8C-99A36408893E}"/>
              </a:ext>
            </a:extLst>
          </p:cNvPr>
          <p:cNvSpPr/>
          <p:nvPr/>
        </p:nvSpPr>
        <p:spPr>
          <a:xfrm flipH="1">
            <a:off x="6022157" y="1621396"/>
            <a:ext cx="0" cy="4364736"/>
          </a:xfrm>
          <a:prstGeom prst="line">
            <a:avLst/>
          </a:prstGeom>
          <a:noFill/>
          <a:ln w="15240">
            <a:solidFill>
              <a:srgbClr val="D9D0C3"/>
            </a:solidFill>
            <a:prstDash val="solid"/>
          </a:ln>
        </p:spPr>
      </p:sp>
      <p:sp>
        <p:nvSpPr>
          <p:cNvPr id="21" name="Shape 0">
            <a:extLst>
              <a:ext uri="{FF2B5EF4-FFF2-40B4-BE49-F238E27FC236}">
                <ns2:creationId id="{8EEE0877-3165-33CE-A466-16C658FD17AB}"/>
              </a:ext>
            </a:extLst>
          </p:cNvPr>
          <p:cNvSpPr/>
          <p:nvPr/>
        </p:nvSpPr>
        <p:spPr>
          <a:xfrm>
            <a:off x="573786" y="877824"/>
            <a:ext cx="45720" cy="5212080"/>
          </a:xfrm>
          <a:prstGeom prst="rect">
            <a:avLst/>
          </a:prstGeom>
          <a:solidFill>
            <a:srgbClr val="A78A5A"/>
          </a:solidFill>
          <a:ln w="12700">
            <a:solidFill>
              <a:srgbClr val="A78A5A"/>
            </a:solidFill>
            <a:prstDash val="solid"/>
          </a:ln>
        </p:spPr>
      </p:sp>
      <p:grpSp>
        <p:nvGrpSpPr>
          <p:cNvPr id="9" name="グループ化 8">
            <a:extLst>
              <a:ext uri="{FF2B5EF4-FFF2-40B4-BE49-F238E27FC236}">
                <ns2:creationId id="{B393236D-B87E-C1F6-B2CF-9BE8A2637F92}"/>
              </a:ext>
            </a:extLst>
          </p:cNvPr>
          <p:cNvGrpSpPr/>
          <p:nvPr/>
        </p:nvGrpSpPr>
        <p:grpSpPr>
          <a:xfrm>
            <a:off x="891732" y="1149659"/>
            <a:ext cx="4919378" cy="4976821"/>
            <a:chOff x="891732" y="1385053"/>
            <a:chExt cx="4919378" cy="4796644"/>
          </a:xfrm>
        </p:grpSpPr>
        <p:sp>
          <p:nvSpPr>
            <p:cNvPr id="34" name="Text 11">
              <a:extLst>
                <a:ext uri="{FF2B5EF4-FFF2-40B4-BE49-F238E27FC236}">
                  <ns2:creationId id="{E12D92A9-3845-B515-8C50-BCCD0571A370}"/>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①評価</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AI案をそのまま通さず、参照後に採否、優先順位、最終決定を人が担っている。アウトプットの構成や導線にも人による採否判断と最終決定構造が残り、判断主体が保持された状態が成立している。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②因果関係</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ログ上の採否判断、優先順位、最終決定がアウトプットへ反映されている。どの採否や優先順位がアウトプットの構成、表示順、導線に接続し、判断結果と表示構造の対応を形成したかを追える。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③結論</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AI参照後も採否、修正方向、最終決定を人が担い、判断履歴を追跡可能な状態で保持している。その判断は最終アウトプットの構成、表示順、導線へ接続しており、第三者にも判断履歴、採否理由、反映経路が確認可能であるため、AI依存構造ではなく人が制御している状態が保持され、人による最終決定構造として成立している。</a:t>
              </a:r>
              <a:endParaRPr lang="ja-JP" sz="1200" spc="0" kern="0">
                <a:latin typeface="BIZ UDP明朝 Medium"/>
                <a:ea typeface="BIZ UDP明朝 Medium"/>
                <a:cs typeface="BIZ UDP明朝 Medium"/>
              </a:endParaRPr>
            </a:p>
          </p:txBody>
        </p:sp>
        <p:sp>
          <p:nvSpPr>
            <p:cNvPr id="3" name="テキスト ボックス 2">
              <a:extLst>
                <a:ext uri="{FF2B5EF4-FFF2-40B4-BE49-F238E27FC236}">
                  <ns2:creationId id="{73D33ACC-72D3-D1A1-8B16-6EE358C1F3DB}"/>
                </a:ext>
              </a:extLst>
            </p:cNvPr>
            <p:cNvSpPr txBox="1"/>
            <p:nvPr/>
          </p:nvSpPr>
          <p:spPr>
            <a:xfrm>
              <a:off x="891732" y="1385053"/>
              <a:ext cx="4914998" cy="385625"/>
            </a:xfrm>
            <a:prstGeom prst="rect">
              <a:avLst/>
            </a:prstGeom>
            <a:noFill/>
          </p:spPr>
          <p:txBody>
            <a:bodyPr wrap="square">
              <a:spAutoFit/>
            </a:bodyPr>
            <a:lstStyle/>
            <a:p>
              <a:r>
                <a:rPr lang="ja-JP" altLang="en-US" sz="1200" b="1" dirty="0" spc="0" kern="0">
                  <a:latin typeface="BIZ UDP明朝 Medium"/>
                  <a:ea typeface="BIZ UDP明朝 Medium"/>
                  <a:cs typeface="BIZ UDP明朝 Medium"/>
                </a:rPr>
                <a:t>■判断の主体性：</a:t>
              </a:r>
              <a:r>
                <a:rPr lang="ja-JP" altLang="ja-JP" sz="2000" b="1" dirty="0" spc="0" kern="0">
                  <a:latin typeface="BIZ UDP明朝 Medium"/>
                  <a:ea typeface="BIZ UDP明朝 Medium"/>
                  <a:cs typeface="BIZ UDP明朝 Medium"/>
                </a:rPr>
                <a:t>94</a:t>
              </a:r>
              <a:r>
                <a:rPr lang="ja-JP" altLang="en-US" sz="2000" b="1" dirty="0" spc="0" kern="0">
                  <a:latin typeface="BIZ UDP明朝 Medium"/>
                  <a:ea typeface="BIZ UDP明朝 Medium"/>
                  <a:cs typeface="BIZ UDP明朝 Medium"/>
                </a:rPr>
                <a:t/>
              </a:r>
              <a:r>
                <a:rPr lang="ja-JP" altLang="en-US" sz="2000" b="1" dirty="0" spc="0" kern="0">
                  <a:latin typeface="BIZ UDP明朝 Medium"/>
                  <a:ea typeface="BIZ UDP明朝 Medium"/>
                  <a:cs typeface="BIZ UDP明朝 Medium"/>
                </a:rPr>
                <a:t/>
              </a:r>
              <a:r>
                <a:rPr lang="ja-JP" altLang="ja-JP" sz="1400" b="1" dirty="0" spc="0" kern="0">
                  <a:latin typeface="BIZ UDP明朝 Medium"/>
                  <a:ea typeface="BIZ UDP明朝 Medium"/>
                  <a:cs typeface="BIZ UDP明朝 Medium"/>
                </a:rPr>
                <a:t> / 100</a:t>
              </a:r>
              <a:endParaRPr lang="ja-JP" altLang="en-US" sz="1200" b="1" dirty="0" spc="0" kern="0">
                <a:latin typeface="BIZ UDP明朝 Medium"/>
                <a:ea typeface="BIZ UDP明朝 Medium"/>
                <a:cs typeface="BIZ UDP明朝 Medium"/>
              </a:endParaRPr>
            </a:p>
          </p:txBody>
        </p:sp>
      </p:grpSp>
      <p:grpSp>
        <p:nvGrpSpPr>
          <p:cNvPr id="19" name="グループ化 18">
            <a:extLst>
              <a:ext uri="{FF2B5EF4-FFF2-40B4-BE49-F238E27FC236}">
                <ns2:creationId id="{AB3C3B13-9F4C-1004-EC11-3EBA4B09752C}"/>
              </a:ext>
            </a:extLst>
          </p:cNvPr>
          <p:cNvGrpSpPr/>
          <p:nvPr/>
        </p:nvGrpSpPr>
        <p:grpSpPr>
          <a:xfrm>
            <a:off x="6220321" y="1149659"/>
            <a:ext cx="4919379" cy="4976821"/>
            <a:chOff x="891731" y="1385053"/>
            <a:chExt cx="4919379" cy="4796644"/>
          </a:xfrm>
        </p:grpSpPr>
        <p:sp>
          <p:nvSpPr>
            <p:cNvPr id="20" name="Text 11">
              <a:extLst>
                <a:ext uri="{FF2B5EF4-FFF2-40B4-BE49-F238E27FC236}">
                  <ns2:creationId id="{EBB054AF-CC32-8364-0BA6-834E2F0ED471}"/>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①評価</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ログ上の判断、修正、採否が最終アウトプットへ反映され、アウトプットの構成、本文、表示順、導線との接続が保たれている。判断内容と表示構造のズレが抑えられた全体構造が成立している。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②因果関係</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ログ上の判断、修正、採否が、構成、本文、表示順、導線の各要素へ接続している。どの判断や修正がアウトプットの構成と導線へ反映されたかを追えるため、プロセスと最終構成の対応が成立している。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③結論</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ログ、判断、修正、採否、反映の流れに、情報優先順位、説明順、本文配置、表示制御、導線構造まで接続している。各判断が最終構成へどう反映されたかを追跡可能な状態で保持し、第三者にも構成接続、反映経路、表示構造、説明順、情報導線の対応が確認可能であるため、全体として一貫した接続構造が成立している。</a:t>
              </a:r>
              <a:endParaRPr lang="ja-JP" sz="1200" spc="0" kern="0">
                <a:latin typeface="BIZ UDP明朝 Medium"/>
                <a:ea typeface="BIZ UDP明朝 Medium"/>
                <a:cs typeface="BIZ UDP明朝 Medium"/>
              </a:endParaRPr>
            </a:p>
          </p:txBody>
        </p:sp>
        <p:sp>
          <p:nvSpPr>
            <p:cNvPr id="22" name="テキスト ボックス 21">
              <a:extLst>
                <a:ext uri="{FF2B5EF4-FFF2-40B4-BE49-F238E27FC236}">
                  <ns2:creationId id="{D60FEE32-9A78-C9DF-64F2-CE2AE377BCDF}"/>
                </a:ext>
              </a:extLst>
            </p:cNvPr>
            <p:cNvSpPr txBox="1"/>
            <p:nvPr/>
          </p:nvSpPr>
          <p:spPr>
            <a:xfrm>
              <a:off x="891731" y="1385053"/>
              <a:ext cx="4914995" cy="385625"/>
            </a:xfrm>
            <a:prstGeom prst="rect">
              <a:avLst/>
            </a:prstGeom>
            <a:noFill/>
          </p:spPr>
          <p:txBody>
            <a:bodyPr wrap="square">
              <a:spAutoFit/>
            </a:bodyPr>
            <a:lstStyle/>
            <a:p>
              <a:r>
                <a:rPr lang="ja-JP" altLang="en-US" sz="1200" b="1" dirty="0" spc="0" kern="0">
                  <a:latin typeface="BIZ UDP明朝 Medium"/>
                  <a:ea typeface="BIZ UDP明朝 Medium"/>
                  <a:cs typeface="BIZ UDP明朝 Medium"/>
                </a:rPr>
                <a:t>■全体整合性 ：</a:t>
              </a:r>
              <a:r>
                <a:rPr lang="ja-JP" altLang="ja-JP" sz="2000" b="1" dirty="0" spc="0" kern="0">
                  <a:latin typeface="BIZ UDP明朝 Medium"/>
                  <a:ea typeface="BIZ UDP明朝 Medium"/>
                  <a:cs typeface="BIZ UDP明朝 Medium"/>
                </a:rPr>
                <a:t>74</a:t>
              </a:r>
              <a:r>
                <a:rPr lang="ja-JP" altLang="en-US" sz="2000" b="1" dirty="0" spc="0" kern="0">
                  <a:latin typeface="BIZ UDP明朝 Medium"/>
                  <a:ea typeface="BIZ UDP明朝 Medium"/>
                  <a:cs typeface="BIZ UDP明朝 Medium"/>
                </a:rPr>
                <a:t/>
              </a:r>
              <a:r>
                <a:rPr lang="ja-JP" altLang="en-US" sz="2000" b="1" dirty="0" spc="0" kern="0">
                  <a:latin typeface="BIZ UDP明朝 Medium"/>
                  <a:ea typeface="BIZ UDP明朝 Medium"/>
                  <a:cs typeface="BIZ UDP明朝 Medium"/>
                </a:rPr>
                <a:t/>
              </a:r>
              <a:r>
                <a:rPr lang="ja-JP" altLang="ja-JP" sz="1400" b="1" dirty="0" spc="0" kern="0">
                  <a:latin typeface="BIZ UDP明朝 Medium"/>
                  <a:ea typeface="BIZ UDP明朝 Medium"/>
                  <a:cs typeface="BIZ UDP明朝 Medium"/>
                </a:rPr>
                <a:t> / 100</a:t>
              </a:r>
              <a:endParaRPr lang="ja-JP" altLang="en-US" sz="1200" b="1" dirty="0" spc="0" kern="0">
                <a:latin typeface="BIZ UDP明朝 Medium"/>
                <a:ea typeface="BIZ UDP明朝 Medium"/>
                <a:cs typeface="BIZ UDP明朝 Medium"/>
              </a:endParaRPr>
            </a:p>
          </p:txBody>
        </p:sp>
      </p:grpSp>
    </p:spTree>
    <p:extLst>
      <p:ext uri="{BB962C8B-B14F-4D97-AF65-F5344CB8AC3E}">
        <ns3:creationId val="4100371713"/>
      </p:ext>
    </p:extLst>
  </p:cSld>
  <p:clrMapOvr>
    <a:masterClrMapping/>
  </p:clrMapOvr>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4EE"/>
        </a:solidFill>
        <a:effectLst/>
      </p:bgPr>
    </p:bg>
    <p:spTree>
      <p:nvGrpSpPr>
        <p:cNvPr id="1" name="">
          <a:extLst>
            <a:ext uri="{FF2B5EF4-FFF2-40B4-BE49-F238E27FC236}">
              <ns2:creationId id="{234904BF-DB78-EB66-6F64-3D72B3008737}"/>
            </a:ext>
          </a:extLst>
        </p:cNvPr>
        <p:cNvGrpSpPr/>
        <p:nvPr/>
      </p:nvGrpSpPr>
      <p:grpSpPr>
        <a:xfrm>
          <a:off x="0" y="0"/>
          <a:ext cx="0" cy="0"/>
          <a:chOff x="0" y="0"/>
          <a:chExt cx="0" cy="0"/>
        </a:xfrm>
      </p:grpSpPr>
      <p:sp>
        <p:nvSpPr>
          <p:cNvPr id="6" name="Text 0">
            <a:extLst>
              <a:ext uri="{FF2B5EF4-FFF2-40B4-BE49-F238E27FC236}">
                <ns2:creationId id="{4B9A30E4-87CD-440A-5C34-F1163616E8A4}"/>
              </a:ext>
            </a:extLst>
          </p:cNvPr>
          <p:cNvSpPr/>
          <p:nvPr/>
        </p:nvSpPr>
        <p:spPr>
          <a:xfrm>
            <a:off x="896112" y="731520"/>
            <a:ext cx="6526750" cy="292608"/>
          </a:xfrm>
          <a:prstGeom prst="rect">
            <a:avLst/>
          </a:prstGeom>
          <a:noFill/>
          <a:ln/>
        </p:spPr>
        <p:txBody>
          <a:bodyPr wrap="square" lIns="0" tIns="0" rIns="0" bIns="0" rtlCol="0" anchor="ctr"/>
          <a:lstStyle/>
          <a:p>
            <a:pPr marL="0" indent="0">
              <a:buNone/>
            </a:pPr>
            <a:r>
              <a:rPr lang="ja-JP" altLang="en-US" sz="2300" dirty="0" spc="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２　</a:t>
            </a:r>
            <a:r>
              <a:rPr lang="ja-JP" altLang="en-US" sz="2300" spc="0" dirty="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思考とアウトプットの関係分析</a:t>
            </a:r>
            <a:endParaRPr lang="ja-JP" sz="2300" spc="0" dirty="0" kern="0">
              <a:latin typeface="BIZ UDP明朝 Medium" panose="02020500000000000000" pitchFamily="18" charset="-128"/>
              <a:ea typeface="BIZ UDP明朝 Medium" panose="02020500000000000000" pitchFamily="18" charset="-128"/>
              <a:cs typeface="BIZ UDP明朝 Medium"/>
            </a:endParaRPr>
          </a:p>
        </p:txBody>
      </p:sp>
      <p:sp>
        <p:nvSpPr>
          <p:cNvPr id="4" name="Shape 2">
            <a:extLst>
              <a:ext uri="{FF2B5EF4-FFF2-40B4-BE49-F238E27FC236}">
                <ns2:creationId id="{E2468774-BC6B-33F0-70A8-8D7F65A3BE7B}"/>
              </a:ext>
            </a:extLst>
          </p:cNvPr>
          <p:cNvSpPr/>
          <p:nvPr/>
        </p:nvSpPr>
        <p:spPr>
          <a:xfrm>
            <a:off x="855797" y="1149659"/>
            <a:ext cx="10332720" cy="0"/>
          </a:xfrm>
          <a:prstGeom prst="line">
            <a:avLst/>
          </a:prstGeom>
          <a:noFill/>
          <a:ln w="15240">
            <a:solidFill>
              <a:srgbClr val="D9D0C3"/>
            </a:solidFill>
            <a:prstDash val="solid"/>
          </a:ln>
        </p:spPr>
      </p:sp>
      <p:sp>
        <p:nvSpPr>
          <p:cNvPr id="8" name="Shape 6">
            <a:extLst>
              <a:ext uri="{FF2B5EF4-FFF2-40B4-BE49-F238E27FC236}">
                <ns2:creationId id="{E3E2FF04-779B-B98A-37D1-B79111F1A352}"/>
              </a:ext>
            </a:extLst>
          </p:cNvPr>
          <p:cNvSpPr/>
          <p:nvPr/>
        </p:nvSpPr>
        <p:spPr>
          <a:xfrm flipH="1">
            <a:off x="6022157" y="1621396"/>
            <a:ext cx="0" cy="4364736"/>
          </a:xfrm>
          <a:prstGeom prst="line">
            <a:avLst/>
          </a:prstGeom>
          <a:noFill/>
          <a:ln w="15240">
            <a:solidFill>
              <a:srgbClr val="D9D0C3"/>
            </a:solidFill>
            <a:prstDash val="solid"/>
          </a:ln>
        </p:spPr>
      </p:sp>
      <p:sp>
        <p:nvSpPr>
          <p:cNvPr id="21" name="Shape 0">
            <a:extLst>
              <a:ext uri="{FF2B5EF4-FFF2-40B4-BE49-F238E27FC236}">
                <ns2:creationId id="{45F32DD1-B284-E734-2AF3-8F121D7C827C}"/>
              </a:ext>
            </a:extLst>
          </p:cNvPr>
          <p:cNvSpPr/>
          <p:nvPr/>
        </p:nvSpPr>
        <p:spPr>
          <a:xfrm>
            <a:off x="573786" y="877824"/>
            <a:ext cx="45720" cy="5212080"/>
          </a:xfrm>
          <a:prstGeom prst="rect">
            <a:avLst/>
          </a:prstGeom>
          <a:solidFill>
            <a:srgbClr val="A78A5A"/>
          </a:solidFill>
          <a:ln w="12700">
            <a:solidFill>
              <a:srgbClr val="A78A5A"/>
            </a:solidFill>
            <a:prstDash val="solid"/>
          </a:ln>
        </p:spPr>
      </p:sp>
      <p:grpSp>
        <p:nvGrpSpPr>
          <p:cNvPr id="9" name="グループ化 8">
            <a:extLst>
              <a:ext uri="{FF2B5EF4-FFF2-40B4-BE49-F238E27FC236}">
                <ns2:creationId id="{7C2A8F30-8322-C570-5528-27B74AFE5898}"/>
              </a:ext>
            </a:extLst>
          </p:cNvPr>
          <p:cNvGrpSpPr/>
          <p:nvPr/>
        </p:nvGrpSpPr>
        <p:grpSpPr>
          <a:xfrm>
            <a:off x="896111" y="1239514"/>
            <a:ext cx="4914999" cy="4886966"/>
            <a:chOff x="896111" y="1471654"/>
            <a:chExt cx="4914999" cy="4710043"/>
          </a:xfrm>
        </p:grpSpPr>
        <p:sp>
          <p:nvSpPr>
            <p:cNvPr id="34" name="Text 11">
              <a:extLst>
                <a:ext uri="{FF2B5EF4-FFF2-40B4-BE49-F238E27FC236}">
                  <ns2:creationId id="{AF2CD897-7892-CD63-1679-C8F8DFE2B361}"/>
                </a:ext>
              </a:extLst>
            </p:cNvPr>
            <p:cNvSpPr/>
            <p:nvPr/>
          </p:nvSpPr>
          <p:spPr>
            <a:xfrm>
              <a:off x="896111" y="1816961"/>
              <a:ext cx="4914999" cy="4364736"/>
            </a:xfrm>
            <a:prstGeom prst="rect">
              <a:avLst/>
            </a:prstGeom>
            <a:noFill/>
            <a:ln>
              <a:noFill/>
            </a:ln>
          </p:spPr>
          <p:txBody>
            <a:bodyPr wrap="square" lIns="52000" tIns="52000" rIns="52000" bIns="52000" rtlCol="0" anchor="t" anchorCtr="0">
              <a:noAutofit/>
            </a:bodyPr>
            <a:lstStyle/>
            <a:p>
              <a:pPr algn="l">
                <a:lnSpc>
                  <a:spcPct val="140000"/>
                </a:lnSpc>
                <a:spcAft>
                  <a:spcPts val="0"/>
                </a:spcAft>
              </a:pPr>
              <a:r>
                <a:rPr lang="ja-JP" sz="1200" b="0" spc="0" kern="0">
                  <a:latin typeface="BIZ UDP明朝 Medium"/>
                  <a:ea typeface="BIZ UDP明朝 Medium"/>
                  <a:cs typeface="BIZ UDP明朝 Medium"/>
                </a:rPr>
                <a:t>①思考プロセス</a:t>
              </a:r>
              <a:endParaRPr lang="ja-JP" sz="1200" spc="0" kern="0">
                <a:latin typeface="BIZ UDP明朝 Medium"/>
                <a:ea typeface="BIZ UDP明朝 Medium"/>
                <a:cs typeface="BIZ UDP明朝 Medium"/>
              </a:endParaRPr>
            </a:p>
            <a:p>
              <a:pPr algn="l">
                <a:lnSpc>
                  <a:spcPct val="140000"/>
                </a:lnSpc>
                <a:spcAft>
                  <a:spcPts val="0"/>
                </a:spcAft>
              </a:pPr>
              <a:r>
                <a:rPr lang="ja-JP" sz="1200" b="0" spc="0" kern="0">
                  <a:latin typeface="BIZ UDP明朝 Medium"/>
                  <a:ea typeface="BIZ UDP明朝 Medium"/>
                  <a:cs typeface="BIZ UDP明朝 Medium"/>
                </a:rPr>
                <a:t>比較検討、改善判断、情報優先順位、試行順、構成変更判断がログ上に残り、修正理由と表示調整の優先度も含めて、アウトプットの構成と導線を決める判断基準が確認可能な状態で保持されている。</a:t>
              </a:r>
              <a:endParaRPr lang="ja-JP" sz="1200" spc="0" kern="0">
                <a:latin typeface="BIZ UDP明朝 Medium"/>
                <a:ea typeface="BIZ UDP明朝 Medium"/>
                <a:cs typeface="BIZ UDP明朝 Medium"/>
              </a:endParaRPr>
            </a:p>
            <a:p>
              <a:pPr algn="l">
                <a:lnSpc>
                  <a:spcPct val="140000"/>
                </a:lnSpc>
                <a:spcAft>
                  <a:spcPts val="0"/>
                </a:spcAft>
              </a:pPr>
              <a:r>
                <a:rPr lang="ja-JP" sz="1200" b="0" spc="0" kern="0">
                  <a:latin typeface="BIZ UDP明朝 Medium"/>
                  <a:ea typeface="BIZ UDP明朝 Medium"/>
                  <a:cs typeface="BIZ UDP明朝 Medium"/>
                </a:rPr>
                <a:t>②アウトプット</a:t>
              </a:r>
              <a:endParaRPr lang="ja-JP" sz="1200" spc="0" kern="0">
                <a:latin typeface="BIZ UDP明朝 Medium"/>
                <a:ea typeface="BIZ UDP明朝 Medium"/>
                <a:cs typeface="BIZ UDP明朝 Medium"/>
              </a:endParaRPr>
            </a:p>
            <a:p>
              <a:pPr algn="l">
                <a:lnSpc>
                  <a:spcPct val="140000"/>
                </a:lnSpc>
                <a:spcAft>
                  <a:spcPts val="0"/>
                </a:spcAft>
              </a:pPr>
              <a:r>
                <a:rPr lang="ja-JP" sz="1200" b="0" spc="0" kern="0">
                  <a:latin typeface="BIZ UDP明朝 Medium"/>
                  <a:ea typeface="BIZ UDP明朝 Medium"/>
                  <a:cs typeface="BIZ UDP明朝 Medium"/>
                </a:rPr>
                <a:t>思考結果は、アウトプットの構成、本文配置、表示順、情報優先順位、導線として反映されている。構成変更、表示制御、修正結果が接続し、人の思考の痕跡が出力構造として保持されている。</a:t>
              </a:r>
              <a:endParaRPr lang="ja-JP" sz="1200" spc="0" kern="0">
                <a:latin typeface="BIZ UDP明朝 Medium"/>
                <a:ea typeface="BIZ UDP明朝 Medium"/>
                <a:cs typeface="BIZ UDP明朝 Medium"/>
              </a:endParaRPr>
            </a:p>
            <a:p>
              <a:pPr algn="l">
                <a:lnSpc>
                  <a:spcPct val="140000"/>
                </a:lnSpc>
                <a:spcAft>
                  <a:spcPts val="0"/>
                </a:spcAft>
              </a:pPr>
              <a:r>
                <a:rPr lang="ja-JP" sz="1200" b="0" spc="0" kern="0">
                  <a:latin typeface="BIZ UDP明朝 Medium"/>
                  <a:ea typeface="BIZ UDP明朝 Medium"/>
                  <a:cs typeface="BIZ UDP明朝 Medium"/>
                </a:rPr>
                <a:t>③因果関係</a:t>
              </a:r>
              <a:endParaRPr lang="ja-JP" sz="1200" spc="0" kern="0">
                <a:latin typeface="BIZ UDP明朝 Medium"/>
                <a:ea typeface="BIZ UDP明朝 Medium"/>
                <a:cs typeface="BIZ UDP明朝 Medium"/>
              </a:endParaRPr>
            </a:p>
            <a:p>
              <a:pPr algn="l">
                <a:lnSpc>
                  <a:spcPct val="140000"/>
                </a:lnSpc>
                <a:spcAft>
                  <a:spcPts val="0"/>
                </a:spcAft>
              </a:pPr>
              <a:r>
                <a:rPr lang="ja-JP" sz="1200" b="0" spc="0" kern="0">
                  <a:latin typeface="BIZ UDP明朝 Medium"/>
                  <a:ea typeface="BIZ UDP明朝 Medium"/>
                  <a:cs typeface="BIZ UDP明朝 Medium"/>
                </a:rPr>
                <a:t>判断は構成変更へ、修正は表示調整へ、比較検討は情報優先順位へ接続している。修正履歴、試行順、改善判断は導線、本文配置、表示順、表示優先順位、導線構造、表示制御へ反映され、構成接続、構成反映、表示反映、出力構造、反映経路を含む因果関係が追跡可能な状態で成立している。</a:t>
              </a:r>
              <a:endParaRPr lang="ja-JP" sz="1200" spc="0" kern="0">
                <a:latin typeface="BIZ UDP明朝 Medium"/>
                <a:ea typeface="BIZ UDP明朝 Medium"/>
                <a:cs typeface="BIZ UDP明朝 Medium"/>
              </a:endParaRPr>
            </a:p>
          </p:txBody>
        </p:sp>
        <p:sp>
          <p:nvSpPr>
            <p:cNvPr id="3" name="テキスト ボックス 2">
              <a:extLst>
                <a:ext uri="{FF2B5EF4-FFF2-40B4-BE49-F238E27FC236}">
                  <ns2:creationId id="{2C121141-F8A2-E386-8FCA-9A9272C2CE22}"/>
                </a:ext>
              </a:extLst>
            </p:cNvPr>
            <p:cNvSpPr txBox="1"/>
            <p:nvPr/>
          </p:nvSpPr>
          <p:spPr>
            <a:xfrm>
              <a:off x="896112" y="1471654"/>
              <a:ext cx="4914998" cy="276999"/>
            </a:xfrm>
            <a:prstGeom prst="rect">
              <a:avLst/>
            </a:prstGeom>
            <a:noFill/>
          </p:spPr>
          <p:txBody>
            <a:bodyPr wrap="square">
              <a:spAutoFit/>
            </a:bodyPr>
            <a:lstStyle/>
            <a:p>
              <a:r>
                <a:rPr lang="ja-JP" altLang="en-US" sz="1200" dirty="0" spc="0" kern="0">
                  <a:latin typeface="BIZ UDP明朝 Medium"/>
                  <a:ea typeface="BIZ UDP明朝 Medium"/>
                  <a:cs typeface="BIZ UDP明朝 Medium"/>
                </a:rPr>
                <a:t>■思考とアウトプットの関係</a:t>
              </a:r>
            </a:p>
          </p:txBody>
        </p:sp>
      </p:grpSp>
      <p:grpSp>
        <p:nvGrpSpPr>
          <p:cNvPr id="10" name="グループ化 9">
            <a:extLst>
              <a:ext uri="{FF2B5EF4-FFF2-40B4-BE49-F238E27FC236}">
                <ns2:creationId id="{A847B6A8-8AB0-E451-2BD7-C59477433BC6}"/>
              </a:ext>
            </a:extLst>
          </p:cNvPr>
          <p:cNvGrpSpPr/>
          <p:nvPr/>
        </p:nvGrpSpPr>
        <p:grpSpPr>
          <a:xfrm>
            <a:off x="6233205" y="1239515"/>
            <a:ext cx="4914999" cy="4886965"/>
            <a:chOff x="896111" y="1471654"/>
            <a:chExt cx="4914999" cy="4710043"/>
          </a:xfrm>
        </p:grpSpPr>
        <p:sp>
          <p:nvSpPr>
            <p:cNvPr id="11" name="Text 11">
              <a:extLst>
                <a:ext uri="{FF2B5EF4-FFF2-40B4-BE49-F238E27FC236}">
                  <ns2:creationId id="{3A46DAC3-C98F-8CA2-F97D-9DD0EE57B5A7}"/>
                </a:ext>
              </a:extLst>
            </p:cNvPr>
            <p:cNvSpPr/>
            <p:nvPr/>
          </p:nvSpPr>
          <p:spPr>
            <a:xfrm>
              <a:off x="896111" y="1816961"/>
              <a:ext cx="4914999" cy="4364736"/>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①伝わるポイント</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第三者は、判断履歴、修正理由、改善目的、構成変更、表示順、情報優先順位、導線の反映経路を追跡可能な状態として認識できる。判断と表示構造の接続が外部から確認可能である。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②伝わりにくいポイント</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判断飛躍、思考省略、前提共有不足、専門語依存、表示密度が残る箇所では、アウトプットの構成、本文配置、導線への接続理由が第三者に追跡されにくい状態となる。</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③評価につながるポイント</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判断履歴、修正履歴、改善優先順位、比較検討、構成調整、情報接続、表示構造、導線構造が保持されている。構成反映、表示反映、説明順、表示優先順位、構成接続、反映経路が追跡可能であり、判断構造と出力構造の対応も第三者評価の根拠と説明可能性として認識可能な状態で成立している。</a:t>
              </a:r>
              <a:endParaRPr lang="ja-JP" sz="1200" spc="0" kern="0">
                <a:latin typeface="BIZ UDP明朝 Medium"/>
                <a:ea typeface="BIZ UDP明朝 Medium"/>
                <a:cs typeface="BIZ UDP明朝 Medium"/>
              </a:endParaRPr>
            </a:p>
          </p:txBody>
        </p:sp>
        <p:sp>
          <p:nvSpPr>
            <p:cNvPr id="12" name="テキスト ボックス 11">
              <a:extLst>
                <a:ext uri="{FF2B5EF4-FFF2-40B4-BE49-F238E27FC236}">
                  <ns2:creationId id="{ABF8D0DC-7F6B-215E-BA3E-5607BE0CC3EC}"/>
                </a:ext>
              </a:extLst>
            </p:cNvPr>
            <p:cNvSpPr txBox="1"/>
            <p:nvPr/>
          </p:nvSpPr>
          <p:spPr>
            <a:xfrm>
              <a:off x="896112" y="1471654"/>
              <a:ext cx="4914998" cy="276999"/>
            </a:xfrm>
            <a:prstGeom prst="rect">
              <a:avLst/>
            </a:prstGeom>
            <a:noFill/>
          </p:spPr>
          <p:txBody>
            <a:bodyPr wrap="square">
              <a:spAutoFit/>
            </a:bodyPr>
            <a:lstStyle/>
            <a:p>
              <a:r>
                <a:rPr lang="ja-JP" altLang="en-US" sz="1200" dirty="0" spc="0" kern="0">
                  <a:latin typeface="BIZ UDP明朝 Medium"/>
                  <a:ea typeface="BIZ UDP明朝 Medium"/>
                  <a:cs typeface="BIZ UDP明朝 Medium"/>
                </a:rPr>
                <a:t>■どう見えるか</a:t>
              </a:r>
            </a:p>
          </p:txBody>
        </p:sp>
      </p:grpSp>
    </p:spTree>
    <p:extLst>
      <p:ext uri="{BB962C8B-B14F-4D97-AF65-F5344CB8AC3E}">
        <ns3:creationId val="1942638779"/>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4EE"/>
        </a:solidFill>
        <a:effectLst/>
      </p:bgPr>
    </p:bg>
    <p:spTree>
      <p:nvGrpSpPr>
        <p:cNvPr id="1" name="">
          <a:extLst>
            <a:ext uri="{FF2B5EF4-FFF2-40B4-BE49-F238E27FC236}">
              <ns2:creationId id="{5AC18940-746A-F791-E66D-5F5A432E0F49}"/>
            </a:ext>
          </a:extLst>
        </p:cNvPr>
        <p:cNvGrpSpPr/>
        <p:nvPr/>
      </p:nvGrpSpPr>
      <p:grpSpPr>
        <a:xfrm>
          <a:off x="0" y="0"/>
          <a:ext cx="0" cy="0"/>
          <a:chOff x="0" y="0"/>
          <a:chExt cx="0" cy="0"/>
        </a:xfrm>
      </p:grpSpPr>
      <p:sp>
        <p:nvSpPr>
          <p:cNvPr id="2" name="Text 0">
            <a:extLst>
              <a:ext uri="{FF2B5EF4-FFF2-40B4-BE49-F238E27FC236}">
                <ns2:creationId id="{22775110-0BE1-867D-ADFE-B05B6D81B671}"/>
              </a:ext>
            </a:extLst>
          </p:cNvPr>
          <p:cNvSpPr/>
          <p:nvPr/>
        </p:nvSpPr>
        <p:spPr>
          <a:xfrm>
            <a:off x="896112" y="732522"/>
            <a:ext cx="3857666" cy="292608"/>
          </a:xfrm>
          <a:prstGeom prst="rect">
            <a:avLst/>
          </a:prstGeom>
          <a:noFill/>
          <a:ln/>
        </p:spPr>
        <p:txBody>
          <a:bodyPr wrap="square" lIns="0" tIns="0" rIns="0" bIns="0" rtlCol="0" anchor="ctr"/>
          <a:lstStyle/>
          <a:p>
            <a:pPr marL="0" indent="0">
              <a:buNone/>
            </a:pPr>
            <a:r>
              <a:rPr lang="ja-JP" altLang="en-US" sz="2300" dirty="0" spc="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３　</a:t>
            </a:r>
            <a:r>
              <a:rPr lang="ja-JP" altLang="en-US" sz="2300" spc="0" dirty="0" kern="0">
                <a:solidFill>
                  <a:srgbClr val="171717"/>
                </a:solidFill>
                <a:latin typeface="BIZ UDP明朝 Medium" panose="02020500000000000000" pitchFamily="18" charset="-128"/>
                <a:ea typeface="BIZ UDP明朝 Medium" panose="02020500000000000000" pitchFamily="18" charset="-128"/>
                <a:cs typeface="BIZ UDP明朝 Medium" pitchFamily="34" charset="-120"/>
              </a:rPr>
              <a:t>活用領域と責任構造</a:t>
            </a:r>
            <a:endParaRPr lang="ja-JP" sz="2300" spc="0" dirty="0" kern="0">
              <a:latin typeface="BIZ UDP明朝 Medium" panose="02020500000000000000" pitchFamily="18" charset="-128"/>
              <a:ea typeface="BIZ UDP明朝 Medium" panose="02020500000000000000" pitchFamily="18" charset="-128"/>
              <a:cs typeface="BIZ UDP明朝 Medium"/>
            </a:endParaRPr>
          </a:p>
        </p:txBody>
      </p:sp>
      <p:sp>
        <p:nvSpPr>
          <p:cNvPr id="4" name="Shape 2">
            <a:extLst>
              <a:ext uri="{FF2B5EF4-FFF2-40B4-BE49-F238E27FC236}">
                <ns2:creationId id="{9612B156-86F0-4F89-F2E0-8A12ED5B7DA7}"/>
              </a:ext>
            </a:extLst>
          </p:cNvPr>
          <p:cNvSpPr/>
          <p:nvPr/>
        </p:nvSpPr>
        <p:spPr>
          <a:xfrm>
            <a:off x="896112" y="1164771"/>
            <a:ext cx="10332720" cy="0"/>
          </a:xfrm>
          <a:prstGeom prst="line">
            <a:avLst/>
          </a:prstGeom>
          <a:noFill/>
          <a:ln w="15240">
            <a:solidFill>
              <a:srgbClr val="D9D0C3"/>
            </a:solidFill>
            <a:prstDash val="solid"/>
          </a:ln>
        </p:spPr>
        <p:txBody>
          <a:bodyPr/>
          <a:lstStyle/>
          <a:p>
            <a:endParaRPr lang="ja-JP" altLang="en-US" dirty="0" spc="0" kern="0">
              <a:latin typeface="BIZ UDP明朝 Medium"/>
              <a:ea typeface="BIZ UDP明朝 Medium"/>
              <a:cs typeface="BIZ UDP明朝 Medium"/>
            </a:endParaRPr>
          </a:p>
        </p:txBody>
      </p:sp>
      <p:sp>
        <p:nvSpPr>
          <p:cNvPr id="8" name="Shape 6">
            <a:extLst>
              <a:ext uri="{FF2B5EF4-FFF2-40B4-BE49-F238E27FC236}">
                <ns2:creationId id="{BD4CFDD8-4266-2363-05B5-BDC015CC137B}"/>
              </a:ext>
            </a:extLst>
          </p:cNvPr>
          <p:cNvSpPr/>
          <p:nvPr/>
        </p:nvSpPr>
        <p:spPr>
          <a:xfrm flipH="1">
            <a:off x="6096000" y="1609345"/>
            <a:ext cx="0" cy="4388682"/>
          </a:xfrm>
          <a:prstGeom prst="line">
            <a:avLst/>
          </a:prstGeom>
          <a:noFill/>
          <a:ln w="15240">
            <a:solidFill>
              <a:srgbClr val="D9D0C3"/>
            </a:solidFill>
            <a:prstDash val="solid"/>
          </a:ln>
        </p:spPr>
      </p:sp>
      <p:sp>
        <p:nvSpPr>
          <p:cNvPr id="13" name="Text 11">
            <a:extLst>
              <a:ext uri="{FF2B5EF4-FFF2-40B4-BE49-F238E27FC236}">
                <ns2:creationId id="{77870204-3454-CB5D-DAFF-4D04F11077A5}"/>
              </a:ext>
            </a:extLst>
          </p:cNvPr>
          <p:cNvSpPr/>
          <p:nvPr/>
        </p:nvSpPr>
        <p:spPr>
          <a:xfrm>
            <a:off x="6285057" y="1320000"/>
            <a:ext cx="2724206" cy="1386286"/>
          </a:xfrm>
          <a:prstGeom prst="rect">
            <a:avLst/>
          </a:prstGeom>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 AI利用における責任構造</a:t>
            </a:r>
            <a:endParaRPr lang="ja-JP" sz="1200" spc="0" kern="0">
              <a:latin typeface="BIZ UDP明朝 Medium"/>
              <a:ea typeface="BIZ UDP明朝 Medium"/>
              <a:cs typeface="BIZ UDP明朝 Medium"/>
            </a:endParaRPr>
          </a:p>
          <a:p>
            <a:pPr algn="l">
              <a:lnSpc>
                <a:spcPct val="70000"/>
              </a:lnSpc>
            </a:pPr>
            <a:r>
              <a:rPr lang="ja-JP" sz="1200" b="0" spc="0" kern="0">
                <a:latin typeface="BIZ UDP明朝 Medium"/>
                <a:ea typeface="BIZ UDP明朝 Medium"/>
                <a:cs typeface="BIZ UDP明朝 Medium"/>
              </a:rPr>
              <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処理主体：人</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AIの役割：案出し・情報整理</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最終決定：人が構成確定</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責任主体：人側で根拠保持</a:t>
            </a:r>
            <a:endParaRPr lang="ja-JP" sz="1200" spc="0" kern="0">
              <a:latin typeface="BIZ UDP明朝 Medium"/>
              <a:ea typeface="BIZ UDP明朝 Medium"/>
              <a:cs typeface="BIZ UDP明朝 Medium"/>
            </a:endParaRPr>
          </a:p>
        </p:txBody>
      </p:sp>
      <p:sp>
        <p:nvSpPr>
          <p:cNvPr id="16" name="Text 14">
            <a:extLst>
              <a:ext uri="{FF2B5EF4-FFF2-40B4-BE49-F238E27FC236}">
                <ns2:creationId id="{C38D6A45-6F4E-46C1-AD03-DA6B7EE81A86}"/>
              </a:ext>
            </a:extLst>
          </p:cNvPr>
          <p:cNvSpPr/>
          <p:nvPr/>
        </p:nvSpPr>
        <p:spPr>
          <a:xfrm>
            <a:off x="6256253" y="2950000"/>
            <a:ext cx="4972790" cy="3148004"/>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ログ上では、AI案の採否、修正方針、構成変更の各工程に人側の判断が残っている。生成情報は判断材料として扱われ、最終構成や表示構造は、修正履歴と表示結果のつながりを踏まえて確定されている。採用内容、構成反映、表示結果の関係を追跡できるため、アウトプットの責任構造は人の判断を起点として確認可能な状態で保持されている。</a:t>
            </a:r>
            <a:endParaRPr lang="ja-JP" sz="1200" spc="0" kern="0">
              <a:latin typeface="BIZ UDP明朝 Medium"/>
              <a:ea typeface="BIZ UDP明朝 Medium"/>
              <a:cs typeface="BIZ UDP明朝 Medium"/>
            </a:endParaRPr>
          </a:p>
        </p:txBody>
      </p:sp>
      <p:sp>
        <p:nvSpPr>
          <p:cNvPr id="21" name="Shape 0">
            <a:extLst>
              <a:ext uri="{FF2B5EF4-FFF2-40B4-BE49-F238E27FC236}">
                <ns2:creationId id="{D31789D8-C557-6D20-1B95-EE2C5676C3BD}"/>
              </a:ext>
            </a:extLst>
          </p:cNvPr>
          <p:cNvSpPr/>
          <p:nvPr/>
        </p:nvSpPr>
        <p:spPr>
          <a:xfrm>
            <a:off x="573786" y="877824"/>
            <a:ext cx="45720" cy="5212080"/>
          </a:xfrm>
          <a:prstGeom prst="rect">
            <a:avLst/>
          </a:prstGeom>
          <a:solidFill>
            <a:srgbClr val="A78A5A"/>
          </a:solidFill>
          <a:ln w="12700">
            <a:solidFill>
              <a:srgbClr val="A78A5A"/>
            </a:solidFill>
            <a:prstDash val="solid"/>
          </a:ln>
        </p:spPr>
      </p:sp>
      <p:sp>
        <p:nvSpPr>
          <p:cNvPr id="30" name="Text 11">
            <a:extLst>
              <a:ext uri="{FF2B5EF4-FFF2-40B4-BE49-F238E27FC236}">
                <ns2:creationId id="{B8A04521-7068-A5ED-58E3-0CE3566E7626}"/>
              </a:ext>
            </a:extLst>
          </p:cNvPr>
          <p:cNvSpPr/>
          <p:nvPr/>
        </p:nvSpPr>
        <p:spPr>
          <a:xfrm>
            <a:off x="928142" y="2811117"/>
            <a:ext cx="4969785" cy="820475"/>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・構成設計業務（情報設計・構成反映）</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・導線設計業務（表示順・行動導線）</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・改善管理業務（判断履歴・修正追跡）</a:t>
            </a:r>
            <a:endParaRPr lang="ja-JP" sz="1200" spc="0" kern="0">
              <a:latin typeface="BIZ UDP明朝 Medium"/>
              <a:ea typeface="BIZ UDP明朝 Medium"/>
              <a:cs typeface="BIZ UDP明朝 Medium"/>
            </a:endParaRPr>
          </a:p>
        </p:txBody>
      </p:sp>
      <p:sp>
        <p:nvSpPr>
          <p:cNvPr id="34" name="Text 11">
            <a:extLst>
              <a:ext uri="{FF2B5EF4-FFF2-40B4-BE49-F238E27FC236}">
                <ns2:creationId id="{FA761F43-D2BA-E971-037F-E5B06E98B0F7}"/>
              </a:ext>
            </a:extLst>
          </p:cNvPr>
          <p:cNvSpPr/>
          <p:nvPr/>
        </p:nvSpPr>
        <p:spPr>
          <a:xfrm>
            <a:off x="928142" y="1267671"/>
            <a:ext cx="4978802" cy="1765002"/>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■活用可能領域</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判断履歴、修正追跡、整合性確認、構成反映が確認可能な状態で保持されているため、説明責任が必要な企画設計、提案レビュー、改善履歴管理、業務手順の見直しや品質確認に接続している。判断と反映の経路、改善前後の変更理由、最終構成への接続を示せる領域で活用可能性が成立している。</a:t>
            </a:r>
            <a:endParaRPr lang="ja-JP" sz="1200" spc="0" kern="0">
              <a:latin typeface="BIZ UDP明朝 Medium"/>
              <a:ea typeface="BIZ UDP明朝 Medium"/>
              <a:cs typeface="BIZ UDP明朝 Medium"/>
            </a:endParaRPr>
          </a:p>
        </p:txBody>
      </p:sp>
      <p:sp>
        <p:nvSpPr>
          <p:cNvPr id="3" name="Shape 2">
            <a:extLst>
              <a:ext uri="{FF2B5EF4-FFF2-40B4-BE49-F238E27FC236}">
                <ns2:creationId id="{4F460AE0-77A6-1696-6E80-8AC2D7698A1A}"/>
              </a:ext>
            </a:extLst>
          </p:cNvPr>
          <p:cNvSpPr/>
          <p:nvPr/>
        </p:nvSpPr>
        <p:spPr>
          <a:xfrm>
            <a:off x="934154" y="3793477"/>
            <a:ext cx="4972790" cy="0"/>
          </a:xfrm>
          <a:prstGeom prst="line">
            <a:avLst/>
          </a:prstGeom>
          <a:noFill/>
          <a:ln w="15240">
            <a:solidFill>
              <a:srgbClr val="D9D0C3"/>
            </a:solidFill>
            <a:prstDash val="solid"/>
          </a:ln>
        </p:spPr>
        <p:txBody>
          <a:bodyPr/>
          <a:lstStyle/>
          <a:p>
            <a:endParaRPr lang="ja-JP" altLang="en-US" dirty="0" spc="0" kern="0">
              <a:latin typeface="BIZ UDP明朝 Medium"/>
              <a:ea typeface="BIZ UDP明朝 Medium"/>
              <a:cs typeface="BIZ UDP明朝 Medium"/>
            </a:endParaRPr>
          </a:p>
        </p:txBody>
      </p:sp>
      <p:sp>
        <p:nvSpPr>
          <p:cNvPr id="9" name="Text 14">
            <a:extLst>
              <a:ext uri="{FF2B5EF4-FFF2-40B4-BE49-F238E27FC236}">
                <ns2:creationId id="{70487872-9E0C-8423-A44D-891A153D4483}"/>
              </a:ext>
            </a:extLst>
          </p:cNvPr>
          <p:cNvSpPr/>
          <p:nvPr/>
        </p:nvSpPr>
        <p:spPr>
          <a:xfrm>
            <a:off x="962958" y="3928492"/>
            <a:ext cx="4972790" cy="1956577"/>
          </a:xfrm>
          <a:prstGeom prst="rect">
            <a:avLst/>
          </a:prstGeom>
          <a:noFill/>
          <a:ln>
            <a:noFill/>
          </a:ln>
        </p:spPr>
        <p:txBody>
          <a:bodyPr wrap="square" lIns="0" tIns="0" rIns="0" bIns="0" rtlCol="0" anchor="t">
            <a:noAutofit/>
          </a:bodyPr>
          <a:lstStyle/>
          <a:p>
            <a:pPr algn="l">
              <a:lnSpc>
                <a:spcPct val="140000"/>
              </a:lnSpc>
            </a:pPr>
            <a:r>
              <a:rPr lang="ja-JP" sz="1200" b="0" spc="0" kern="0">
                <a:latin typeface="BIZ UDP明朝 Medium"/>
                <a:ea typeface="BIZ UDP明朝 Medium"/>
                <a:cs typeface="BIZ UDP明朝 Medium"/>
              </a:rPr>
              <a:t>■ AI活用の透明性</a:t>
            </a:r>
            <a:endParaRPr lang="ja-JP" sz="1200" spc="0" kern="0">
              <a:latin typeface="BIZ UDP明朝 Medium"/>
              <a:ea typeface="BIZ UDP明朝 Medium"/>
              <a:cs typeface="BIZ UDP明朝 Medium"/>
            </a:endParaRPr>
          </a:p>
          <a:p>
            <a:pPr algn="l">
              <a:lnSpc>
                <a:spcPct val="140000"/>
              </a:lnSpc>
            </a:pPr>
            <a:r>
              <a:rPr lang="ja-JP" sz="1200" b="0" spc="0" kern="0">
                <a:latin typeface="BIZ UDP明朝 Medium"/>
                <a:ea typeface="BIZ UDP明朝 Medium"/>
                <a:cs typeface="BIZ UDP明朝 Medium"/>
              </a:rPr>
              <a:t>判断履歴、修正履歴、反映経路がログとアウトプットの双方に残っているため、なぜその構成になったかを後から追跡できる。構成変更や修正理由も確認可能な状態で保持され、判断経路、反映履歴、表示反映が最終構成と接続している。第三者に対して判断過程、反映根拠、構成反映、表示構造まで説明可能な透明性が成立している。</a:t>
            </a:r>
            <a:endParaRPr lang="ja-JP" sz="1200" spc="0" kern="0">
              <a:latin typeface="BIZ UDP明朝 Medium"/>
              <a:ea typeface="BIZ UDP明朝 Medium"/>
              <a:cs typeface="BIZ UDP明朝 Medium"/>
            </a:endParaRPr>
          </a:p>
        </p:txBody>
      </p:sp>
    </p:spTree>
    <p:extLst>
      <p:ext uri="{BB962C8B-B14F-4D97-AF65-F5344CB8AC3E}">
        <ns3:creationId val="33699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明朝 Medium"/>
        <a:ea typeface="BIZ UDP明朝 Medium"/>
        <a:cs typeface="BIZ UDP明朝 Medium"/>
        <a:font script="Jpan" typeface="BIZ UDP明朝 Medium"/>
        <a:font script="Hang" typeface="BIZ UDP明朝 Medium"/>
        <a:font script="Hans" typeface="BIZ UDP明朝 Medium"/>
        <a:font script="Hant" typeface="BIZ UDP明朝 Medium"/>
        <a:font script="Arab" typeface="BIZ UDP明朝 Medium"/>
        <a:font script="Hebr" typeface="BIZ UDP明朝 Medium"/>
        <a:font script="Thai" typeface="BIZ UDP明朝 Medium"/>
        <a:font script="Ethi" typeface="BIZ UDP明朝 Medium"/>
        <a:font script="Beng" typeface="BIZ UDP明朝 Medium"/>
        <a:font script="Gujr" typeface="BIZ UDP明朝 Medium"/>
        <a:font script="Khmr" typeface="BIZ UDP明朝 Medium"/>
        <a:font script="Knda" typeface="BIZ UDP明朝 Medium"/>
        <a:font script="Guru" typeface="BIZ UDP明朝 Medium"/>
        <a:font script="Cans" typeface="BIZ UDP明朝 Medium"/>
        <a:font script="Cher" typeface="BIZ UDP明朝 Medium"/>
        <a:font script="Yiii" typeface="BIZ UDP明朝 Medium"/>
        <a:font script="Tibt" typeface="BIZ UDP明朝 Medium"/>
        <a:font script="Thaa" typeface="BIZ UDP明朝 Medium"/>
        <a:font script="Deva" typeface="BIZ UDP明朝 Medium"/>
        <a:font script="Telu" typeface="BIZ UDP明朝 Medium"/>
        <a:font script="Taml" typeface="BIZ UDP明朝 Medium"/>
        <a:font script="Syrc" typeface="BIZ UDP明朝 Medium"/>
        <a:font script="Orya" typeface="BIZ UDP明朝 Medium"/>
        <a:font script="Mlym" typeface="BIZ UDP明朝 Medium"/>
        <a:font script="Laoo" typeface="BIZ UDP明朝 Medium"/>
        <a:font script="Sinh" typeface="BIZ UDP明朝 Medium"/>
        <a:font script="Mong" typeface="BIZ UDP明朝 Medium"/>
        <a:font script="Viet" typeface="BIZ UDP明朝 Medium"/>
        <a:font script="Uigh" typeface="BIZ UDP明朝 Medium"/>
        <a:font script="Geor" typeface="BIZ UDP明朝 Medium"/>
        <a:font script="Armn" typeface="BIZ UDP明朝 Medium"/>
        <a:font script="Bugi" typeface="BIZ UDP明朝 Medium"/>
        <a:font script="Bopo" typeface="BIZ UDP明朝 Medium"/>
        <a:font script="Java" typeface="BIZ UDP明朝 Medium"/>
        <a:font script="Lisu" typeface="BIZ UDP明朝 Medium"/>
        <a:font script="Mymr" typeface="BIZ UDP明朝 Medium"/>
        <a:font script="Nkoo" typeface="BIZ UDP明朝 Medium"/>
        <a:font script="Olck" typeface="BIZ UDP明朝 Medium"/>
        <a:font script="Osma" typeface="BIZ UDP明朝 Medium"/>
        <a:font script="Phag" typeface="BIZ UDP明朝 Medium"/>
        <a:font script="Syrn" typeface="BIZ UDP明朝 Medium"/>
        <a:font script="Syrj" typeface="BIZ UDP明朝 Medium"/>
        <a:font script="Syre" typeface="BIZ UDP明朝 Medium"/>
        <a:font script="Sora" typeface="BIZ UDP明朝 Medium"/>
        <a:font script="Tale" typeface="BIZ UDP明朝 Medium"/>
        <a:font script="Talu" typeface="BIZ UDP明朝 Medium"/>
        <a:font script="Tfng" typeface="BIZ UDP明朝 Medium"/>
      </a:majorFont>
      <a:minorFont>
        <a:latin typeface="BIZ UDP明朝 Medium"/>
        <a:ea typeface="BIZ UDP明朝 Medium"/>
        <a:cs typeface="BIZ UDP明朝 Medium"/>
        <a:font script="Jpan" typeface="BIZ UDP明朝 Medium"/>
        <a:font script="Hang" typeface="BIZ UDP明朝 Medium"/>
        <a:font script="Hans" typeface="BIZ UDP明朝 Medium"/>
        <a:font script="Hant" typeface="BIZ UDP明朝 Medium"/>
        <a:font script="Arab" typeface="BIZ UDP明朝 Medium"/>
        <a:font script="Hebr" typeface="BIZ UDP明朝 Medium"/>
        <a:font script="Thai" typeface="BIZ UDP明朝 Medium"/>
        <a:font script="Ethi" typeface="BIZ UDP明朝 Medium"/>
        <a:font script="Beng" typeface="BIZ UDP明朝 Medium"/>
        <a:font script="Gujr" typeface="BIZ UDP明朝 Medium"/>
        <a:font script="Khmr" typeface="BIZ UDP明朝 Medium"/>
        <a:font script="Knda" typeface="BIZ UDP明朝 Medium"/>
        <a:font script="Guru" typeface="BIZ UDP明朝 Medium"/>
        <a:font script="Cans" typeface="BIZ UDP明朝 Medium"/>
        <a:font script="Cher" typeface="BIZ UDP明朝 Medium"/>
        <a:font script="Yiii" typeface="BIZ UDP明朝 Medium"/>
        <a:font script="Tibt" typeface="BIZ UDP明朝 Medium"/>
        <a:font script="Thaa" typeface="BIZ UDP明朝 Medium"/>
        <a:font script="Deva" typeface="BIZ UDP明朝 Medium"/>
        <a:font script="Telu" typeface="BIZ UDP明朝 Medium"/>
        <a:font script="Taml" typeface="BIZ UDP明朝 Medium"/>
        <a:font script="Syrc" typeface="BIZ UDP明朝 Medium"/>
        <a:font script="Orya" typeface="BIZ UDP明朝 Medium"/>
        <a:font script="Mlym" typeface="BIZ UDP明朝 Medium"/>
        <a:font script="Laoo" typeface="BIZ UDP明朝 Medium"/>
        <a:font script="Sinh" typeface="BIZ UDP明朝 Medium"/>
        <a:font script="Mong" typeface="BIZ UDP明朝 Medium"/>
        <a:font script="Viet" typeface="BIZ UDP明朝 Medium"/>
        <a:font script="Uigh" typeface="BIZ UDP明朝 Medium"/>
        <a:font script="Geor" typeface="BIZ UDP明朝 Medium"/>
        <a:font script="Armn" typeface="BIZ UDP明朝 Medium"/>
        <a:font script="Bugi" typeface="BIZ UDP明朝 Medium"/>
        <a:font script="Bopo" typeface="BIZ UDP明朝 Medium"/>
        <a:font script="Java" typeface="BIZ UDP明朝 Medium"/>
        <a:font script="Lisu" typeface="BIZ UDP明朝 Medium"/>
        <a:font script="Mymr" typeface="BIZ UDP明朝 Medium"/>
        <a:font script="Nkoo" typeface="BIZ UDP明朝 Medium"/>
        <a:font script="Olck" typeface="BIZ UDP明朝 Medium"/>
        <a:font script="Osma" typeface="BIZ UDP明朝 Medium"/>
        <a:font script="Phag" typeface="BIZ UDP明朝 Medium"/>
        <a:font script="Syrn" typeface="BIZ UDP明朝 Medium"/>
        <a:font script="Syrj" typeface="BIZ UDP明朝 Medium"/>
        <a:font script="Syre" typeface="BIZ UDP明朝 Medium"/>
        <a:font script="Sora" typeface="BIZ UDP明朝 Medium"/>
        <a:font script="Tale" typeface="BIZ UDP明朝 Medium"/>
        <a:font script="Talu" typeface="BIZ UDP明朝 Medium"/>
        <a:font script="Tfng" typeface="BIZ UDP明朝 Medium"/>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明朝 Medium" panose="020F0302020204030204"/>
        <a:ea typeface="BIZ UDP明朝 Medium"/>
        <a:cs typeface="BIZ UDP明朝 Medium"/>
        <a:font script="Jpan" typeface="BIZ UDP明朝 Medium"/>
        <a:font script="Hang" typeface="BIZ UDP明朝 Medium"/>
        <a:font script="Hans" typeface="BIZ UDP明朝 Medium"/>
        <a:font script="Hant" typeface="BIZ UDP明朝 Medium"/>
        <a:font script="Arab" typeface="BIZ UDP明朝 Medium"/>
        <a:font script="Hebr" typeface="BIZ UDP明朝 Medium"/>
        <a:font script="Thai" typeface="BIZ UDP明朝 Medium"/>
        <a:font script="Ethi" typeface="BIZ UDP明朝 Medium"/>
        <a:font script="Beng" typeface="BIZ UDP明朝 Medium"/>
        <a:font script="Gujr" typeface="BIZ UDP明朝 Medium"/>
        <a:font script="Khmr" typeface="BIZ UDP明朝 Medium"/>
        <a:font script="Knda" typeface="BIZ UDP明朝 Medium"/>
        <a:font script="Guru" typeface="BIZ UDP明朝 Medium"/>
        <a:font script="Cans" typeface="BIZ UDP明朝 Medium"/>
        <a:font script="Cher" typeface="BIZ UDP明朝 Medium"/>
        <a:font script="Yiii" typeface="BIZ UDP明朝 Medium"/>
        <a:font script="Tibt" typeface="BIZ UDP明朝 Medium"/>
        <a:font script="Thaa" typeface="BIZ UDP明朝 Medium"/>
        <a:font script="Deva" typeface="BIZ UDP明朝 Medium"/>
        <a:font script="Telu" typeface="BIZ UDP明朝 Medium"/>
        <a:font script="Taml" typeface="BIZ UDP明朝 Medium"/>
        <a:font script="Syrc" typeface="BIZ UDP明朝 Medium"/>
        <a:font script="Orya" typeface="BIZ UDP明朝 Medium"/>
        <a:font script="Mlym" typeface="BIZ UDP明朝 Medium"/>
        <a:font script="Laoo" typeface="BIZ UDP明朝 Medium"/>
        <a:font script="Sinh" typeface="BIZ UDP明朝 Medium"/>
        <a:font script="Mong" typeface="BIZ UDP明朝 Medium"/>
        <a:font script="Viet" typeface="BIZ UDP明朝 Medium"/>
        <a:font script="Uigh" typeface="BIZ UDP明朝 Medium"/>
        <a:font script="Geor" typeface="BIZ UDP明朝 Medium"/>
        <a:font script="Armn" typeface="BIZ UDP明朝 Medium"/>
        <a:font script="Bugi" typeface="BIZ UDP明朝 Medium"/>
        <a:font script="Bopo" typeface="BIZ UDP明朝 Medium"/>
        <a:font script="Java" typeface="BIZ UDP明朝 Medium"/>
        <a:font script="Lisu" typeface="BIZ UDP明朝 Medium"/>
        <a:font script="Mymr" typeface="BIZ UDP明朝 Medium"/>
        <a:font script="Nkoo" typeface="BIZ UDP明朝 Medium"/>
        <a:font script="Olck" typeface="BIZ UDP明朝 Medium"/>
        <a:font script="Osma" typeface="BIZ UDP明朝 Medium"/>
        <a:font script="Phag" typeface="BIZ UDP明朝 Medium"/>
        <a:font script="Syrn" typeface="BIZ UDP明朝 Medium"/>
        <a:font script="Syrj" typeface="BIZ UDP明朝 Medium"/>
        <a:font script="Syre" typeface="BIZ UDP明朝 Medium"/>
        <a:font script="Sora" typeface="BIZ UDP明朝 Medium"/>
        <a:font script="Tale" typeface="BIZ UDP明朝 Medium"/>
        <a:font script="Talu" typeface="BIZ UDP明朝 Medium"/>
        <a:font script="Tfng" typeface="BIZ UDP明朝 Medium"/>
      </a:majorFont>
      <a:minorFont>
        <a:latin typeface="BIZ UDP明朝 Medium" panose="020F0502020204030204"/>
        <a:ea typeface="BIZ UDP明朝 Medium"/>
        <a:cs typeface="BIZ UDP明朝 Medium"/>
        <a:font script="Jpan" typeface="BIZ UDP明朝 Medium"/>
        <a:font script="Hang" typeface="BIZ UDP明朝 Medium"/>
        <a:font script="Hans" typeface="BIZ UDP明朝 Medium"/>
        <a:font script="Hant" typeface="BIZ UDP明朝 Medium"/>
        <a:font script="Arab" typeface="BIZ UDP明朝 Medium"/>
        <a:font script="Hebr" typeface="BIZ UDP明朝 Medium"/>
        <a:font script="Thai" typeface="BIZ UDP明朝 Medium"/>
        <a:font script="Ethi" typeface="BIZ UDP明朝 Medium"/>
        <a:font script="Beng" typeface="BIZ UDP明朝 Medium"/>
        <a:font script="Gujr" typeface="BIZ UDP明朝 Medium"/>
        <a:font script="Khmr" typeface="BIZ UDP明朝 Medium"/>
        <a:font script="Knda" typeface="BIZ UDP明朝 Medium"/>
        <a:font script="Guru" typeface="BIZ UDP明朝 Medium"/>
        <a:font script="Cans" typeface="BIZ UDP明朝 Medium"/>
        <a:font script="Cher" typeface="BIZ UDP明朝 Medium"/>
        <a:font script="Yiii" typeface="BIZ UDP明朝 Medium"/>
        <a:font script="Tibt" typeface="BIZ UDP明朝 Medium"/>
        <a:font script="Thaa" typeface="BIZ UDP明朝 Medium"/>
        <a:font script="Deva" typeface="BIZ UDP明朝 Medium"/>
        <a:font script="Telu" typeface="BIZ UDP明朝 Medium"/>
        <a:font script="Taml" typeface="BIZ UDP明朝 Medium"/>
        <a:font script="Syrc" typeface="BIZ UDP明朝 Medium"/>
        <a:font script="Orya" typeface="BIZ UDP明朝 Medium"/>
        <a:font script="Mlym" typeface="BIZ UDP明朝 Medium"/>
        <a:font script="Laoo" typeface="BIZ UDP明朝 Medium"/>
        <a:font script="Sinh" typeface="BIZ UDP明朝 Medium"/>
        <a:font script="Mong" typeface="BIZ UDP明朝 Medium"/>
        <a:font script="Viet" typeface="BIZ UDP明朝 Medium"/>
        <a:font script="Uigh" typeface="BIZ UDP明朝 Medium"/>
        <a:font script="Geor" typeface="BIZ UDP明朝 Medium"/>
        <a:font script="Armn" typeface="BIZ UDP明朝 Medium"/>
        <a:font script="Bugi" typeface="BIZ UDP明朝 Medium"/>
        <a:font script="Bopo" typeface="BIZ UDP明朝 Medium"/>
        <a:font script="Java" typeface="BIZ UDP明朝 Medium"/>
        <a:font script="Lisu" typeface="BIZ UDP明朝 Medium"/>
        <a:font script="Mymr" typeface="BIZ UDP明朝 Medium"/>
        <a:font script="Nkoo" typeface="BIZ UDP明朝 Medium"/>
        <a:font script="Olck" typeface="BIZ UDP明朝 Medium"/>
        <a:font script="Osma" typeface="BIZ UDP明朝 Medium"/>
        <a:font script="Phag" typeface="BIZ UDP明朝 Medium"/>
        <a:font script="Syrn" typeface="BIZ UDP明朝 Medium"/>
        <a:font script="Syrj" typeface="BIZ UDP明朝 Medium"/>
        <a:font script="Syre" typeface="BIZ UDP明朝 Medium"/>
        <a:font script="Sora" typeface="BIZ UDP明朝 Medium"/>
        <a:font script="Tale" typeface="BIZ UDP明朝 Medium"/>
        <a:font script="Talu" typeface="BIZ UDP明朝 Medium"/>
        <a:font script="Tfng" typeface="BIZ UDP明朝 Medium"/>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明朝 Medium" panose="020F0302020204030204"/>
        <a:ea typeface="BIZ UDP明朝 Medium"/>
        <a:cs typeface="BIZ UDP明朝 Medium"/>
        <a:font script="Jpan" typeface="BIZ UDP明朝 Medium"/>
        <a:font script="Hang" typeface="BIZ UDP明朝 Medium"/>
        <a:font script="Hans" typeface="BIZ UDP明朝 Medium"/>
        <a:font script="Hant" typeface="BIZ UDP明朝 Medium"/>
        <a:font script="Arab" typeface="BIZ UDP明朝 Medium"/>
        <a:font script="Hebr" typeface="BIZ UDP明朝 Medium"/>
        <a:font script="Thai" typeface="BIZ UDP明朝 Medium"/>
        <a:font script="Ethi" typeface="BIZ UDP明朝 Medium"/>
        <a:font script="Beng" typeface="BIZ UDP明朝 Medium"/>
        <a:font script="Gujr" typeface="BIZ UDP明朝 Medium"/>
        <a:font script="Khmr" typeface="BIZ UDP明朝 Medium"/>
        <a:font script="Knda" typeface="BIZ UDP明朝 Medium"/>
        <a:font script="Guru" typeface="BIZ UDP明朝 Medium"/>
        <a:font script="Cans" typeface="BIZ UDP明朝 Medium"/>
        <a:font script="Cher" typeface="BIZ UDP明朝 Medium"/>
        <a:font script="Yiii" typeface="BIZ UDP明朝 Medium"/>
        <a:font script="Tibt" typeface="BIZ UDP明朝 Medium"/>
        <a:font script="Thaa" typeface="BIZ UDP明朝 Medium"/>
        <a:font script="Deva" typeface="BIZ UDP明朝 Medium"/>
        <a:font script="Telu" typeface="BIZ UDP明朝 Medium"/>
        <a:font script="Taml" typeface="BIZ UDP明朝 Medium"/>
        <a:font script="Syrc" typeface="BIZ UDP明朝 Medium"/>
        <a:font script="Orya" typeface="BIZ UDP明朝 Medium"/>
        <a:font script="Mlym" typeface="BIZ UDP明朝 Medium"/>
        <a:font script="Laoo" typeface="BIZ UDP明朝 Medium"/>
        <a:font script="Sinh" typeface="BIZ UDP明朝 Medium"/>
        <a:font script="Mong" typeface="BIZ UDP明朝 Medium"/>
        <a:font script="Viet" typeface="BIZ UDP明朝 Medium"/>
        <a:font script="Uigh" typeface="BIZ UDP明朝 Medium"/>
        <a:font script="Geor" typeface="BIZ UDP明朝 Medium"/>
        <a:font script="Armn" typeface="BIZ UDP明朝 Medium"/>
        <a:font script="Bugi" typeface="BIZ UDP明朝 Medium"/>
        <a:font script="Bopo" typeface="BIZ UDP明朝 Medium"/>
        <a:font script="Java" typeface="BIZ UDP明朝 Medium"/>
        <a:font script="Lisu" typeface="BIZ UDP明朝 Medium"/>
        <a:font script="Mymr" typeface="BIZ UDP明朝 Medium"/>
        <a:font script="Nkoo" typeface="BIZ UDP明朝 Medium"/>
        <a:font script="Olck" typeface="BIZ UDP明朝 Medium"/>
        <a:font script="Osma" typeface="BIZ UDP明朝 Medium"/>
        <a:font script="Phag" typeface="BIZ UDP明朝 Medium"/>
        <a:font script="Syrn" typeface="BIZ UDP明朝 Medium"/>
        <a:font script="Syrj" typeface="BIZ UDP明朝 Medium"/>
        <a:font script="Syre" typeface="BIZ UDP明朝 Medium"/>
        <a:font script="Sora" typeface="BIZ UDP明朝 Medium"/>
        <a:font script="Tale" typeface="BIZ UDP明朝 Medium"/>
        <a:font script="Talu" typeface="BIZ UDP明朝 Medium"/>
        <a:font script="Tfng" typeface="BIZ UDP明朝 Medium"/>
      </a:majorFont>
      <a:minorFont>
        <a:latin typeface="BIZ UDP明朝 Medium" panose="020F0502020204030204"/>
        <a:ea typeface="BIZ UDP明朝 Medium"/>
        <a:cs typeface="BIZ UDP明朝 Medium"/>
        <a:font script="Jpan" typeface="BIZ UDP明朝 Medium"/>
        <a:font script="Hang" typeface="BIZ UDP明朝 Medium"/>
        <a:font script="Hans" typeface="BIZ UDP明朝 Medium"/>
        <a:font script="Hant" typeface="BIZ UDP明朝 Medium"/>
        <a:font script="Arab" typeface="BIZ UDP明朝 Medium"/>
        <a:font script="Hebr" typeface="BIZ UDP明朝 Medium"/>
        <a:font script="Thai" typeface="BIZ UDP明朝 Medium"/>
        <a:font script="Ethi" typeface="BIZ UDP明朝 Medium"/>
        <a:font script="Beng" typeface="BIZ UDP明朝 Medium"/>
        <a:font script="Gujr" typeface="BIZ UDP明朝 Medium"/>
        <a:font script="Khmr" typeface="BIZ UDP明朝 Medium"/>
        <a:font script="Knda" typeface="BIZ UDP明朝 Medium"/>
        <a:font script="Guru" typeface="BIZ UDP明朝 Medium"/>
        <a:font script="Cans" typeface="BIZ UDP明朝 Medium"/>
        <a:font script="Cher" typeface="BIZ UDP明朝 Medium"/>
        <a:font script="Yiii" typeface="BIZ UDP明朝 Medium"/>
        <a:font script="Tibt" typeface="BIZ UDP明朝 Medium"/>
        <a:font script="Thaa" typeface="BIZ UDP明朝 Medium"/>
        <a:font script="Deva" typeface="BIZ UDP明朝 Medium"/>
        <a:font script="Telu" typeface="BIZ UDP明朝 Medium"/>
        <a:font script="Taml" typeface="BIZ UDP明朝 Medium"/>
        <a:font script="Syrc" typeface="BIZ UDP明朝 Medium"/>
        <a:font script="Orya" typeface="BIZ UDP明朝 Medium"/>
        <a:font script="Mlym" typeface="BIZ UDP明朝 Medium"/>
        <a:font script="Laoo" typeface="BIZ UDP明朝 Medium"/>
        <a:font script="Sinh" typeface="BIZ UDP明朝 Medium"/>
        <a:font script="Mong" typeface="BIZ UDP明朝 Medium"/>
        <a:font script="Viet" typeface="BIZ UDP明朝 Medium"/>
        <a:font script="Uigh" typeface="BIZ UDP明朝 Medium"/>
        <a:font script="Geor" typeface="BIZ UDP明朝 Medium"/>
        <a:font script="Armn" typeface="BIZ UDP明朝 Medium"/>
        <a:font script="Bugi" typeface="BIZ UDP明朝 Medium"/>
        <a:font script="Bopo" typeface="BIZ UDP明朝 Medium"/>
        <a:font script="Java" typeface="BIZ UDP明朝 Medium"/>
        <a:font script="Lisu" typeface="BIZ UDP明朝 Medium"/>
        <a:font script="Mymr" typeface="BIZ UDP明朝 Medium"/>
        <a:font script="Nkoo" typeface="BIZ UDP明朝 Medium"/>
        <a:font script="Olck" typeface="BIZ UDP明朝 Medium"/>
        <a:font script="Osma" typeface="BIZ UDP明朝 Medium"/>
        <a:font script="Phag" typeface="BIZ UDP明朝 Medium"/>
        <a:font script="Syrn" typeface="BIZ UDP明朝 Medium"/>
        <a:font script="Syrj" typeface="BIZ UDP明朝 Medium"/>
        <a:font script="Syre" typeface="BIZ UDP明朝 Medium"/>
        <a:font script="Sora" typeface="BIZ UDP明朝 Medium"/>
        <a:font script="Tale" typeface="BIZ UDP明朝 Medium"/>
        <a:font script="Talu" typeface="BIZ UDP明朝 Medium"/>
        <a:font script="Tfng" typeface="BIZ UDP明朝 Medium"/>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733</TotalTime>
  <Words>679</Words>
  <Application>Microsoft Office PowerPoint</Application>
  <PresentationFormat>ワイド画面</PresentationFormat>
  <Paragraphs>150</Paragraphs>
  <Slides>6</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BIZ UDP明朝 Medium</vt:lpstr>
      <vt:lpstr>Noto Sans CJK JP</vt:lpstr>
      <vt:lpstr>游ゴシック</vt:lpstr>
      <vt:lpstr>Arial</vt:lpstr>
      <vt:lpstr>Orbitron</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Visual Report Template</dc:title>
  <dc:subject>AI可視化アプリ PDFレポート用 PowerPointテンプレート</dc:subject>
  <dc:creator>OpenAI</dc:creator>
  <cp:lastModifiedBy>moe ilove</cp:lastModifiedBy>
  <cp:revision>3</cp:revision>
  <cp:lastPrinted>2026-04-20T19:31:25Z</cp:lastPrinted>
  <dcterms:created xsi:type="dcterms:W3CDTF">2026-04-18T19:50:48Z</dcterms:created>
  <dcterms:modified xsi:type="dcterms:W3CDTF">2026-05-05T21:55:41Z</dcterms:modified>
</cp:coreProperties>
</file>